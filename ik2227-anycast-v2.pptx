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</p:sldMasterIdLst>
  <p:notesMasterIdLst>
    <p:notesMasterId r:id="rId66"/>
  </p:notesMasterIdLst>
  <p:handoutMasterIdLst>
    <p:handoutMasterId r:id="rId67"/>
  </p:handoutMasterIdLst>
  <p:sldIdLst>
    <p:sldId id="300" r:id="rId3"/>
    <p:sldId id="499" r:id="rId4"/>
    <p:sldId id="500" r:id="rId5"/>
    <p:sldId id="501" r:id="rId6"/>
    <p:sldId id="502" r:id="rId7"/>
    <p:sldId id="513" r:id="rId8"/>
    <p:sldId id="503" r:id="rId9"/>
    <p:sldId id="505" r:id="rId10"/>
    <p:sldId id="507" r:id="rId11"/>
    <p:sldId id="508" r:id="rId12"/>
    <p:sldId id="509" r:id="rId13"/>
    <p:sldId id="510" r:id="rId14"/>
    <p:sldId id="511" r:id="rId15"/>
    <p:sldId id="535" r:id="rId16"/>
    <p:sldId id="516" r:id="rId17"/>
    <p:sldId id="517" r:id="rId18"/>
    <p:sldId id="518" r:id="rId19"/>
    <p:sldId id="519" r:id="rId20"/>
    <p:sldId id="458" r:id="rId21"/>
    <p:sldId id="392" r:id="rId22"/>
    <p:sldId id="520" r:id="rId23"/>
    <p:sldId id="521" r:id="rId24"/>
    <p:sldId id="522" r:id="rId25"/>
    <p:sldId id="523" r:id="rId26"/>
    <p:sldId id="524" r:id="rId27"/>
    <p:sldId id="530" r:id="rId28"/>
    <p:sldId id="531" r:id="rId29"/>
    <p:sldId id="532" r:id="rId30"/>
    <p:sldId id="533" r:id="rId31"/>
    <p:sldId id="536" r:id="rId32"/>
    <p:sldId id="537" r:id="rId33"/>
    <p:sldId id="538" r:id="rId34"/>
    <p:sldId id="539" r:id="rId35"/>
    <p:sldId id="540" r:id="rId36"/>
    <p:sldId id="565" r:id="rId37"/>
    <p:sldId id="541" r:id="rId38"/>
    <p:sldId id="542" r:id="rId39"/>
    <p:sldId id="543" r:id="rId40"/>
    <p:sldId id="552" r:id="rId41"/>
    <p:sldId id="545" r:id="rId42"/>
    <p:sldId id="546" r:id="rId43"/>
    <p:sldId id="547" r:id="rId44"/>
    <p:sldId id="548" r:id="rId45"/>
    <p:sldId id="512" r:id="rId46"/>
    <p:sldId id="515" r:id="rId47"/>
    <p:sldId id="556" r:id="rId48"/>
    <p:sldId id="549" r:id="rId49"/>
    <p:sldId id="452" r:id="rId50"/>
    <p:sldId id="550" r:id="rId51"/>
    <p:sldId id="481" r:id="rId52"/>
    <p:sldId id="553" r:id="rId53"/>
    <p:sldId id="554" r:id="rId54"/>
    <p:sldId id="482" r:id="rId55"/>
    <p:sldId id="555" r:id="rId56"/>
    <p:sldId id="557" r:id="rId57"/>
    <p:sldId id="558" r:id="rId58"/>
    <p:sldId id="559" r:id="rId59"/>
    <p:sldId id="560" r:id="rId60"/>
    <p:sldId id="561" r:id="rId61"/>
    <p:sldId id="562" r:id="rId62"/>
    <p:sldId id="563" r:id="rId63"/>
    <p:sldId id="564" r:id="rId64"/>
    <p:sldId id="448" r:id="rId65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A6FB79"/>
    <a:srgbClr val="FF9900"/>
    <a:srgbClr val="05B050"/>
    <a:srgbClr val="006600"/>
    <a:srgbClr val="928CFF"/>
    <a:srgbClr val="0066FF"/>
    <a:srgbClr val="0732EF"/>
    <a:srgbClr val="6633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F3D91-7DEB-4E82-ABDD-6D7DB7EBE192}" v="266" dt="2022-12-21T22:15:25.381"/>
    <p1510:client id="{B7086759-65AE-4857-8EC6-9EB847B97786}" v="1187" dt="2022-12-21T10:53:26.158"/>
    <p1510:client id="{E3E75DDE-9678-B74F-A860-46CD1ABEB370}" v="2907" dt="2022-12-22T06:45:20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4"/>
    <p:restoredTop sz="94557"/>
  </p:normalViewPr>
  <p:slideViewPr>
    <p:cSldViewPr snapToGrid="0" showGuides="1">
      <p:cViewPr>
        <p:scale>
          <a:sx n="80" d="100"/>
          <a:sy n="80" d="100"/>
        </p:scale>
        <p:origin x="2920" y="1448"/>
      </p:cViewPr>
      <p:guideLst>
        <p:guide orient="horz" pos="2160"/>
        <p:guide pos="3840"/>
        <p:guide pos="7310"/>
        <p:guide orient="horz" pos="1003"/>
        <p:guide pos="384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5772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5CC615-A48C-B213-4338-677C794A0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397000" y="533400"/>
            <a:ext cx="44704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700"/>
            </a:lvl1pPr>
          </a:lstStyle>
          <a:p>
            <a:r>
              <a:rPr lang="en-US" altLang="it-IT"/>
              <a:t>039-dht-06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F471BD-BF47-4E30-2D57-B7C69E853F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3F9CF192-ADC7-4FC1-B19F-17EF1AAC6161}" type="datetimeFigureOut">
              <a:rPr lang="en-US" altLang="it-IT"/>
              <a:pPr/>
              <a:t>2/28/25</a:t>
            </a:fld>
            <a:endParaRPr lang="en-US" altLang="it-IT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CEBAD64-17E7-7B8B-7226-EC5F8DBBA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9BAEF20-81C0-0DD7-A8B5-277EAFA66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44638" y="8640763"/>
            <a:ext cx="4549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700"/>
            </a:lvl1pPr>
          </a:lstStyle>
          <a:p>
            <a:fld id="{E3D32A34-E545-444B-97D2-A903681B932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06F36B-539B-517C-2053-4D063C5BF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r>
              <a:rPr lang="en-US" altLang="it-IT"/>
              <a:t>039-dht-06537-dht-03.ppt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F1A8C8-CF7F-6555-FD74-6F6734ECEC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06979D8C-C40B-4750-9CD4-4E61283F77CC}" type="datetimeFigureOut">
              <a:rPr lang="en-US" altLang="it-IT"/>
              <a:pPr/>
              <a:t>2/28/25</a:t>
            </a:fld>
            <a:endParaRPr lang="en-US" altLang="it-IT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6ACAAA5-E535-4F23-92B1-160167FE82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7472CD-F18E-CA2F-EC6C-F83EDD0C57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1FB2FD-B94C-7FDE-FD3C-53D746D7B0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AE1444-BF4A-158F-7306-4BD395090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D83145EB-FB6E-4963-8A81-34F86828D003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68601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86E0-346B-B39E-DA01-1062F51E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95580-C15D-8C07-47D0-D94C38014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37911-48DF-1E40-4700-BB1DB83DC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FEB03E0-615F-F268-DA9E-CE5413EA3AE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F634E-3932-7D24-9D1D-A3E6F930C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7544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4356-46E0-DA85-6A1C-A1D62FF1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97885-8E83-6BF9-FDE5-81667FAFE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7FE87-A9A2-2794-3AAD-81E33A80B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75D94F6-156E-23A1-1F9B-094231F99F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45DE0-77A1-465C-6A99-B778EF095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6094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982C-E1F5-F0DE-0851-77058DC7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7EF6-EBD3-6CAB-D979-9941FA9BF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C2E46-15FB-ED94-C9AA-291C223D9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2DCD37-E257-B3A3-B34D-CD7B59C457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A5366-5E57-D50F-8C78-735832822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76003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FE84-EC5B-E6E0-CEE6-17AB6346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B44E-8EB0-2442-E663-CD5961E9F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6BFD7-8112-9B9E-B78D-50F08AD3B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F9FAFDB-61E3-4556-C5BF-FA74F4BA767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98D8D-7625-0AEC-05E2-6C047C1E5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90894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90AC-1187-6561-D398-99B1F339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B7042-7DD1-3FD9-812F-0E612217A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B1B21-53EC-6957-D684-2CBADA915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C75ABB-A06F-5274-17A8-6F0F4B5043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EB63E-8B21-D169-C16A-913DE6D5F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16290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0A77-9B2C-8193-C603-CF0A68FF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458CF-D6CF-C689-BE87-F0F2D459E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A2F1F-B019-D940-0B50-C8D2355F4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E1619F0-87A7-3318-579F-F09080EA268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FCCDD-EE3E-50B2-AA67-F1629D21F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13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3835831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4B3E-38B7-746E-B1FF-722228E5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BD553-4AFA-C39F-95D3-56D3362A0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00AD-0462-6DEB-D04F-390092494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1EE935D-7FA5-28DE-D891-A747FB9484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37539-31BC-DA7A-E172-E532CBA25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73177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21BB-FE00-6914-579A-161C3646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12898-10DE-EE7B-7D09-D8EE70B84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9F64D-3068-4C81-B584-FD81B228E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A132CE2-D1DC-222B-40D6-4D028B93EC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E66C1-08EF-4132-0788-7100950C2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68386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0BC4-7F37-6E23-60E7-D52DD22F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24AE5-48AF-9AE2-A552-888EC33C9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2BF63-8706-28E3-8111-8BE2F698C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36DD6EB-DC34-50C3-693A-A585B6D008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A7C65-E83A-81D3-54BA-C9E9584AD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1222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F2111-37BD-60E6-5C2F-C904AA00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B08D0-D07F-D38F-D2C9-9FC7A0DF1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5A4DE-EBA6-520E-5DC0-323E58047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2FEC30-A839-0E88-1DE0-82C43B9755D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9DFA5-7FD9-A333-B1DB-24EB4DD20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18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4099746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BB92-06D4-0E9B-4681-A39A03E0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ADC21-5EA2-F762-D9EB-B491DB33B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32E92-DD28-F386-52B3-5D9BC242D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5FF27B1-320C-5E25-38BE-B5FDC0B6B3A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B22D3-9D91-1CB4-5F49-BC29DA704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21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1601400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2653-DD3B-BEB5-C877-B11E315A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69CDF-2DA2-D865-D7E7-D94B7FD7F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6FD85-B93D-C9B8-8811-906741B6A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916E6B2-FE62-B25B-71A5-1323036915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E3F84-7F8B-DE39-C478-C5A00018B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22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1462622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FA4E-0F83-5B48-D3F8-73711A0D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04EA2-D0D0-1291-337E-02725CDBA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89AE3-108A-250C-F0E5-86CD0DA4A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3A8491B-FF14-8DF8-3EB0-93D4718BF02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F7339-6727-5919-03BB-F83B5EB7A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23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416846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D92E-6F20-0B57-8095-058F25B0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33BA6-0849-06F8-BEBE-389A1700C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8997A-9CE5-715A-13AA-A1BC19FAE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EC042E-E7C2-F817-6F46-123CEDDDCC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57378-F91E-9240-3F11-CA282DB8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24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97398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8775-EDE3-14AD-F227-2D7577F1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D6ED2-B882-C0A1-CCFC-5F0DE9EC9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E3533-3861-1719-1962-74D35A134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3AA9AFB-73EA-5057-4834-A7F580F4025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6D8C2-9796-48F8-CB39-D6257DC16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25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2964599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FA49-BE45-7F7B-52D0-937D0B04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B58C8-4A68-1CC3-CC34-17AAFDD06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95CE9-76E9-1DB7-7401-866EE1D93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4DA0DD-0333-7417-20F7-B0EE8E16D8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8554F-9492-E528-41AB-8D813A69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26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397087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50BB-B5A7-38A8-CB1C-4C7C72D3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994D0-7A63-A82F-B236-7575CE3DF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F6367-8E7B-CBEE-AFFB-9F38168EB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FE8F7C3-7ACF-E094-367E-271B1E8570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FF4CB-6420-38BE-C700-1BA5F57C7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27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809558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5A76-54BB-4760-8026-0A625D4F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1543A-3E35-636D-B16B-48F7C4649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4B21C-6626-196C-93EF-2AAB2864A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6637245-866C-CA63-18A9-1CFA976FC4B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237A-ECFE-84E8-579F-404DA2AB5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28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828619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C676-A043-9D5D-FCCC-C3B1A6A5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A87C7-EEA9-B9A3-490A-D931DC206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4688F-440C-0833-4882-A2405E73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C3A17FF-EA5F-8C0D-FB16-1ECA0280B92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 dirty="0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DCD6B-5761-DB97-A540-C86829279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29</a:t>
            </a:fld>
            <a:endParaRPr lang="en-US" altLang="it-IT" dirty="0"/>
          </a:p>
        </p:txBody>
      </p:sp>
    </p:spTree>
    <p:extLst>
      <p:ext uri="{BB962C8B-B14F-4D97-AF65-F5344CB8AC3E}">
        <p14:creationId xmlns:p14="http://schemas.microsoft.com/office/powerpoint/2010/main" val="1610911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F393-6AF6-C54D-AD2F-AA88D9CD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F5741-998A-5901-4D31-7F5E283F4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449A6-3460-4D5C-5CA7-1EC40DF6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1E84CF1-ED0A-3B48-80B0-16FD9737E04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96558-1242-328C-D638-9933266C5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91917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BD9A-78E5-B31A-915A-A27C377C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407B3-DD01-7111-00F1-130F6A2F6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0F7F8-1A31-3AC5-6355-19B60A19C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1A290CC-DD60-EC1B-9A71-7D06ED9A8D6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84ADB-CEC0-E439-36C6-16E72B7C3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848206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F188-CDE4-89B5-11F8-26668E46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954B-B8E7-F9F1-BEE2-3392B880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82810-D189-42B1-EC88-F9E2AF211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E80337-CC3D-1355-3C5D-7030F88B2D2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316E-5B5F-F46A-7EEE-34E6D2C4E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74693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F0FC-7BB3-7707-2465-1BD0F67E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F171F-A085-32F5-500D-44D3A161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818E9-CB0B-7CFD-9CBF-21B9978F3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E8C8816-52C2-384C-616E-C33DFAB316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9D80C-F607-A20B-6407-0063A65CF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45122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446B-C81A-C50A-11DD-5FAEBF53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59F8F-824E-303C-3686-90414B25B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CFA40-F9CE-3815-67D7-04A8614E0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4E26AA-5C00-6C2F-B4E0-F7D5FA9F8CF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544CC-06B3-C870-C03C-50FB01987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966966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2882-7E78-948E-B244-CF560C81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BC59D-08C4-757A-4A9F-C41D6FD02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088C2-018E-D6E8-D2A7-CCE701B6C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228563-0C2D-11B7-4369-73A3F6B58B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FEEE-F097-1C83-11F4-4C68ED46E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327811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D3BB-209D-E7CA-4643-9B47A52D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F8772-6298-5A7C-1478-FFD8F02BD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B627F-E3E4-382A-D702-FFE145E14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9B01502-0523-EEB0-534A-2AFFE872332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B1A30-789C-D994-2EB3-18505529D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680388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0FE-F508-6E82-991A-541F8747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0E106-C255-4DB4-5980-D7EDE6CE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A5942-917B-C507-85D2-07D707169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D36C24-7F3D-110D-81E9-BE961F3440A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CED7E-A17D-070D-4CDE-B3BE9E8B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47837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3EE8-E4C1-864F-11E2-0FED0DD3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91DC-1E79-94D0-0A8B-6CE68E7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2623F-895F-2ECA-3D6A-B64E199D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1EBF0C-9DFA-3E3B-B71D-D19FEB4ABF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1B7F5-84E4-8363-1C94-BB57E2B7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4509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3A7C6-DA54-8509-C382-EF5B222D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B35F9-BF28-9DB7-727D-B16AF506A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F859A-78F0-91AC-C4C7-FAF9FE12F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4A8CEFA-83B9-02B1-E47E-ABF6C299C2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4E337-2F6B-B71F-0DE4-E8F897702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05328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F6E-8357-B114-9151-23984792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0FC-9D8D-2467-6677-62201A7A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237A1-DA99-452C-78AB-9B279B72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7E07DD-8141-6EC1-DFF2-3786188949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F9A2-5B96-5973-93B1-0A951793A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212416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A80F-D8AC-3CFA-1DEB-B4C5D898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1A83C-B692-C930-47F8-C016E7AE8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D88FA-9EE9-A4FA-7258-6AAA626D8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803E39-A7FC-DA41-78BB-47D82916654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00949-5F8C-0965-E241-5494822C5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922904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FDAF6-92FC-D7BB-F4AE-491391D0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62C4-7573-13F4-83D0-923DF2A08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AF65F-5229-2E77-2513-F00F86DE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F53268F-CEE9-D059-0BB6-37C1753277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B2417-D68B-AEB1-3F42-7AE3823DD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349719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3EE8-E4C1-864F-11E2-0FED0DD3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91DC-1E79-94D0-0A8B-6CE68E7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2623F-895F-2ECA-3D6A-B64E199D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1EBF0C-9DFA-3E3B-B71D-D19FEB4ABF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1B7F5-84E4-8363-1C94-BB57E2B7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45093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D059-4F58-2117-4F76-1E28700B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14BE9-5575-5F5C-D4D0-553D2DD48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C373B-0BF3-B3D1-FFE0-7D7A9D546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AF9EEF4-CCA5-28C9-B374-DC882EB753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0CEA8-9F03-2184-0877-FDD3FB93A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244511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9AC4-8E18-D135-F951-7DA70A5B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3D8E4-D56E-E703-3527-39F6CC685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85F61-E33F-C253-83B2-35EAFA712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851758-64EF-51A3-E3AF-5BAA94BF44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3EABE-0C64-7100-0376-DC4400663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23804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D59E-8437-AE5F-BDF6-DC3F98BF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479BF-03FB-EC46-6DF3-C1C848D8E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EE5CF-EDA5-0944-1FB0-30DFAB1F9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E922367-072B-B5C7-F6EF-511F2BDEC93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3FAFC-992B-54ED-D3BA-086504847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685628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46F2-6789-1FC0-EC50-473B0C51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E55DC-928E-4ABD-CB73-B0FB90239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A3DE1-490A-8D27-3F9E-8387C9AA2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00F97D-5CBD-366E-70CD-C92E6B8F13B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3410B-BD67-B05D-3BA4-5309A455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587724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C70D-553C-7B6A-D8E2-5CBAB154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D8FA7-6817-E27B-E74E-611231B0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DBCAD-4838-245A-1D79-EA6C50D31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65AF27B-A6A6-33EF-DE38-56486BB16DE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3B4D9-7931-7046-C58F-DD3592CBA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437436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B2E0-19D2-E39A-28D4-98A21CC9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DE9B1-175D-6F50-F1EB-267E3DBC6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B46BE-A838-CB7F-6BC5-C4D52A9E6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DA9BEAC-7B0B-C0BF-2E4F-C0B9C002F2D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0F080-1AD7-F7C7-0DD5-A5BA56BA7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383646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669B-2C0B-183B-6ADF-0A4DBD0F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56EFB-7963-43EE-852F-1B1D8030F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339AC-A7A4-6C52-3B96-576D75402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F5FAA02-82B7-503C-538F-3F5D67D71DF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74470-87BD-C929-3396-4322A282B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158099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6FE8-4959-6423-CEF0-3BBB2FB9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D40FE-015F-E1FB-F580-553E4CE5C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25A09-EE9D-384A-3325-C06307E36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C17DB4B-44DA-C97F-B4FC-8A6191EE3EC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7BFD0-9D78-4E8D-A0E9-A1D7E088F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008132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A279-03DB-77D0-BE32-FA028354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3B2A9-1A5F-7BBA-23F6-81F7C9F18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5101D-BB41-841F-975F-F6952E74E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23425D-D874-003E-467D-AC159C03CC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EF348-1D57-8EA1-A66F-7B7D29891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259090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5C-2E21-AF5B-F85B-70091D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FFBD-D6FB-8EA0-D281-5114FB12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33A-72F0-06AA-6555-E1D3D283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288DBEB-377E-BA7E-7440-4329A85733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DB81-B829-AE24-03D0-FA1255AEA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63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0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F79B3-FA6A-4D4C-8B22-54EE57D9F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2974"/>
            <a:ext cx="2376264" cy="1219692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F48521B5-EF4B-4AA9-A186-D237E00E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332656"/>
            <a:ext cx="51214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Università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degli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Studi</a:t>
            </a:r>
            <a:r>
              <a:rPr lang="en-US" altLang="it-IT" sz="2400">
                <a:latin typeface="Tahoma" panose="020B0604030504040204" pitchFamily="34" charset="0"/>
              </a:rPr>
              <a:t> Roma Tre</a:t>
            </a:r>
          </a:p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Dipartimento</a:t>
            </a:r>
            <a:r>
              <a:rPr lang="en-US" altLang="it-IT" sz="2400">
                <a:latin typeface="Tahoma" panose="020B0604030504040204" pitchFamily="34" charset="0"/>
              </a:rPr>
              <a:t> di </a:t>
            </a:r>
            <a:r>
              <a:rPr lang="en-US" altLang="it-IT" sz="2400" err="1">
                <a:latin typeface="Tahoma" panose="020B0604030504040204" pitchFamily="34" charset="0"/>
              </a:rPr>
              <a:t>Ingegneria</a:t>
            </a:r>
            <a:endParaRPr lang="en-US" altLang="it-IT" sz="2400">
              <a:latin typeface="Tahoma" panose="020B0604030504040204" pitchFamily="34" charset="0"/>
            </a:endParaRPr>
          </a:p>
          <a:p>
            <a:pPr eaLnBrk="1" hangingPunct="1"/>
            <a:r>
              <a:rPr lang="en-US" altLang="it-IT" sz="2400">
                <a:latin typeface="Tahoma" panose="020B0604030504040204" pitchFamily="34" charset="0"/>
              </a:rPr>
              <a:t>Computer Networks Research Group</a:t>
            </a:r>
            <a:endParaRPr lang="en-US" altLang="it-IT" sz="2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93013-B607-C3C4-39CB-6F82F1B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54604-3C50-BE7A-3DA2-69091792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417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copyright </a:t>
            </a:r>
            <a:r>
              <a:rPr lang="it-IT" altLang="it-IT" err="1"/>
              <a:t>notice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US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it-IT" sz="1800"/>
              <a:t>Fifth level</a:t>
            </a:r>
            <a:endParaRPr lang="it-IT" altLang="it-IT" sz="1800"/>
          </a:p>
        </p:txBody>
      </p:sp>
    </p:spTree>
    <p:extLst>
      <p:ext uri="{BB962C8B-B14F-4D97-AF65-F5344CB8AC3E}">
        <p14:creationId xmlns:p14="http://schemas.microsoft.com/office/powerpoint/2010/main" val="37191261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439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684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5710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694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694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2FD7C9-33FA-4567-92E1-5709B74F7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5C0F4D-D9F2-43D0-AB84-9597AD32B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746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04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03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2423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570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331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39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3514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8624955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70335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6994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59030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0695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9225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47320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4979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0983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328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5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pPr>
              <a:defRPr/>
            </a:pPr>
            <a:r>
              <a:rPr lang="it-IT" dirty="0" err="1"/>
              <a:t>Footer</a:t>
            </a:r>
            <a:endParaRPr lang="it-IT" dirty="0"/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0B38D1E-4B67-FAB1-116F-56C58C1F2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901058"/>
            <a:ext cx="10363200" cy="3055883"/>
          </a:xfrm>
        </p:spPr>
        <p:txBody>
          <a:bodyPr/>
          <a:lstStyle/>
          <a:p>
            <a:pPr eaLnBrk="1" hangingPunct="1"/>
            <a:r>
              <a:rPr lang="it-IT" altLang="it-IT" sz="5400" dirty="0"/>
              <a:t>IK2227 – Lab 5:</a:t>
            </a:r>
            <a:br>
              <a:rPr lang="it-IT" altLang="it-IT" sz="5400" dirty="0"/>
            </a:br>
            <a:r>
              <a:rPr lang="it-IT" altLang="it-IT" dirty="0" err="1"/>
              <a:t>Anycast</a:t>
            </a:r>
            <a:r>
              <a:rPr lang="it-IT" altLang="it-IT" dirty="0"/>
              <a:t> &amp; DNS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8333FE-DFB9-13E1-2670-832957232C0C}"/>
              </a:ext>
            </a:extLst>
          </p:cNvPr>
          <p:cNvSpPr txBox="1"/>
          <p:nvPr/>
        </p:nvSpPr>
        <p:spPr>
          <a:xfrm>
            <a:off x="4515439" y="5570483"/>
            <a:ext cx="316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Scazzariello</a:t>
            </a:r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DC04-95E5-0E1F-768E-D5697CAB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services nowadays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B1DB-3A6E-AF69-DDBF-15EF2A98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millions of users access a wide variety of services daily</a:t>
            </a:r>
          </a:p>
          <a:p>
            <a:r>
              <a:rPr lang="en-US" noProof="0"/>
              <a:t>content providers serve GB/s of data to their end users</a:t>
            </a:r>
          </a:p>
          <a:p>
            <a:pPr lvl="1"/>
            <a:r>
              <a:rPr lang="en-US" noProof="0"/>
              <a:t>e.g., search engines, streaming services, social networks</a:t>
            </a:r>
          </a:p>
          <a:p>
            <a:r>
              <a:rPr lang="en-US" noProof="0"/>
              <a:t>services cannot be hosted in a centralized datacenter</a:t>
            </a:r>
          </a:p>
          <a:p>
            <a:pPr lvl="1"/>
            <a:r>
              <a:rPr lang="en-US" noProof="0"/>
              <a:t>users that are far from it might suffer slower response times</a:t>
            </a:r>
          </a:p>
          <a:p>
            <a:pPr lvl="1"/>
            <a:r>
              <a:rPr lang="en-US"/>
              <a:t>bottlenecks during traffic surges </a:t>
            </a:r>
          </a:p>
          <a:p>
            <a:pPr lvl="2"/>
            <a:r>
              <a:rPr lang="en-US"/>
              <a:t>also malicious, e.g., DDoS</a:t>
            </a:r>
            <a:endParaRPr lang="en-US" noProof="0"/>
          </a:p>
          <a:p>
            <a:pPr lvl="1"/>
            <a:r>
              <a:rPr lang="en-US"/>
              <a:t>no fault tolerance</a:t>
            </a:r>
          </a:p>
          <a:p>
            <a:pPr lvl="2"/>
            <a:r>
              <a:rPr lang="en-US"/>
              <a:t>service downtime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2635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267D3-CD41-EE77-447F-A1F98458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8218-330C-7C2C-8A9B-47CF406D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distributed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3F46-2274-E46E-098C-0118D699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services are replicated in different geographically distributed servers </a:t>
            </a:r>
          </a:p>
          <a:p>
            <a:pPr lvl="1"/>
            <a:r>
              <a:rPr lang="en-US"/>
              <a:t>edge deployments or data centers in different ”regions”</a:t>
            </a:r>
            <a:endParaRPr lang="en-US" noProof="0"/>
          </a:p>
          <a:p>
            <a:r>
              <a:rPr lang="en-US" noProof="0"/>
              <a:t>reduced latency</a:t>
            </a:r>
          </a:p>
          <a:p>
            <a:pPr lvl="1"/>
            <a:r>
              <a:rPr lang="en-US"/>
              <a:t>end-users are served from the nearest deployment</a:t>
            </a:r>
            <a:endParaRPr lang="en-US" noProof="0"/>
          </a:p>
          <a:p>
            <a:r>
              <a:rPr lang="en-US" noProof="0"/>
              <a:t>load balancing </a:t>
            </a:r>
          </a:p>
          <a:p>
            <a:pPr lvl="1"/>
            <a:r>
              <a:rPr lang="en-US" noProof="0"/>
              <a:t>redirect traffic among different replicas depending on the load</a:t>
            </a:r>
          </a:p>
          <a:p>
            <a:r>
              <a:rPr lang="en-US" noProof="0"/>
              <a:t>improved fault tolerance</a:t>
            </a:r>
          </a:p>
          <a:p>
            <a:pPr lvl="1"/>
            <a:r>
              <a:rPr lang="en-US" noProof="0"/>
              <a:t>the service stays online even if one location goes down</a:t>
            </a:r>
          </a:p>
        </p:txBody>
      </p:sp>
    </p:spTree>
    <p:extLst>
      <p:ext uri="{BB962C8B-B14F-4D97-AF65-F5344CB8AC3E}">
        <p14:creationId xmlns:p14="http://schemas.microsoft.com/office/powerpoint/2010/main" val="259471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9D8D-4820-972C-277E-EA53DE15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6D2D-0E19-E386-650A-42BE511F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462BF-C698-2EC6-AB34-4385FB31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distribute incoming user requests across multiple servers located in different locations</a:t>
            </a:r>
          </a:p>
          <a:p>
            <a:pPr lvl="1"/>
            <a:r>
              <a:rPr lang="en-US"/>
              <a:t>both at the edge and in data centers</a:t>
            </a:r>
          </a:p>
          <a:p>
            <a:r>
              <a:rPr lang="en-US" noProof="0" err="1"/>
              <a:t>priorit</a:t>
            </a:r>
            <a:r>
              <a:rPr lang="en-US" err="1"/>
              <a:t>ize</a:t>
            </a:r>
            <a:r>
              <a:rPr lang="en-US"/>
              <a:t> nearest replicas and rely on backups only if the primary fails</a:t>
            </a:r>
          </a:p>
          <a:p>
            <a:r>
              <a:rPr lang="en-US"/>
              <a:t>flexibility to adapt to different network conditions without modifying routing configurations</a:t>
            </a:r>
          </a:p>
          <a:p>
            <a:r>
              <a:rPr lang="en-US" noProof="0"/>
              <a:t>scale up our service in a transparent way for end users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4474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E394-DF34-25D6-1A0B-E7F07DE5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FE97-BE97-A1A7-16C6-96245E34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 of IP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D7F2B-ACB8-1E28-EE8A-5CC4B1F0E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noProof="0" dirty="0"/>
              <a:t>usually, an IP address is </a:t>
            </a:r>
            <a:r>
              <a:rPr lang="en-US" sz="2800" i="1" noProof="0" dirty="0"/>
              <a:t>unicast</a:t>
            </a:r>
          </a:p>
          <a:p>
            <a:pPr lvl="1"/>
            <a:r>
              <a:rPr lang="en-US" sz="2400" dirty="0"/>
              <a:t>the address of a single receiver</a:t>
            </a:r>
          </a:p>
          <a:p>
            <a:r>
              <a:rPr lang="en-US" sz="2800" noProof="0" dirty="0"/>
              <a:t>an IP address can also be </a:t>
            </a:r>
            <a:r>
              <a:rPr lang="en-US" sz="2800" i="1" noProof="0" dirty="0"/>
              <a:t>multicast</a:t>
            </a:r>
          </a:p>
          <a:p>
            <a:pPr lvl="1"/>
            <a:r>
              <a:rPr lang="en-US" sz="2400" dirty="0"/>
              <a:t>the address of multiple receivers</a:t>
            </a:r>
          </a:p>
          <a:p>
            <a:pPr lvl="1"/>
            <a:r>
              <a:rPr lang="en-US" sz="2400" noProof="0" dirty="0"/>
              <a:t>a single packet is copied and forwarded to all receivers</a:t>
            </a:r>
          </a:p>
          <a:p>
            <a:pPr lvl="1"/>
            <a:r>
              <a:rPr lang="en-US" sz="2400" noProof="0" dirty="0"/>
              <a:t>uses specific IP prefixes</a:t>
            </a:r>
          </a:p>
          <a:p>
            <a:r>
              <a:rPr lang="en-US" sz="2800" dirty="0"/>
              <a:t>lastly, an IP address can be </a:t>
            </a:r>
            <a:r>
              <a:rPr lang="en-US" sz="2800" i="1" dirty="0"/>
              <a:t>anycast</a:t>
            </a:r>
          </a:p>
          <a:p>
            <a:pPr lvl="1"/>
            <a:r>
              <a:rPr lang="en-US" sz="2400" noProof="0" dirty="0"/>
              <a:t>a set of receivers share the </a:t>
            </a:r>
            <a:r>
              <a:rPr lang="en-US" sz="2400" u="sng" dirty="0"/>
              <a:t>same</a:t>
            </a:r>
            <a:r>
              <a:rPr lang="en-US" sz="2400" dirty="0"/>
              <a:t> unicast address</a:t>
            </a:r>
          </a:p>
          <a:p>
            <a:pPr lvl="1"/>
            <a:r>
              <a:rPr lang="en-US" sz="2400" noProof="0" dirty="0"/>
              <a:t>only o</a:t>
            </a:r>
            <a:r>
              <a:rPr lang="en-US" sz="2400" dirty="0"/>
              <a:t>ne of them will receive it (no packet copies)</a:t>
            </a:r>
          </a:p>
          <a:p>
            <a:pPr lvl="1"/>
            <a:r>
              <a:rPr lang="en-US" sz="2400" dirty="0"/>
              <a:t>no way to determine if an IP is unicast or anycast!</a:t>
            </a:r>
          </a:p>
        </p:txBody>
      </p:sp>
    </p:spTree>
    <p:extLst>
      <p:ext uri="{BB962C8B-B14F-4D97-AF65-F5344CB8AC3E}">
        <p14:creationId xmlns:p14="http://schemas.microsoft.com/office/powerpoint/2010/main" val="229629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8E45-2BB1-3C7E-FBB7-C8FFDAAE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D198-6D50-C531-13E8-B1FA37F1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anycast IP and distributed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6D62D-E5C8-0E26-45AE-4E129F8A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IP address is assigned to multiple servers located in different geographical areas</a:t>
            </a:r>
          </a:p>
          <a:p>
            <a:r>
              <a:rPr lang="en-US" noProof="0" dirty="0"/>
              <a:t>the anycast IP prefix is announced on BGP by different geographically distributed </a:t>
            </a:r>
            <a:r>
              <a:rPr lang="en-US" noProof="0" dirty="0" err="1"/>
              <a:t>ASes</a:t>
            </a:r>
            <a:endParaRPr lang="en-US" dirty="0"/>
          </a:p>
          <a:p>
            <a:pPr lvl="1"/>
            <a:r>
              <a:rPr lang="en-US" noProof="0" dirty="0"/>
              <a:t>each AS announcing the prefix hosts a replica of the service</a:t>
            </a:r>
          </a:p>
          <a:p>
            <a:r>
              <a:rPr lang="en-US" noProof="0" dirty="0"/>
              <a:t>the BGP of each AS </a:t>
            </a:r>
            <a:r>
              <a:rPr lang="en-US" dirty="0"/>
              <a:t>on the Internet chooses the announcement with the best metrics</a:t>
            </a:r>
          </a:p>
          <a:p>
            <a:pPr lvl="1"/>
            <a:r>
              <a:rPr lang="en-US" noProof="0" dirty="0"/>
              <a:t>e.g., shortest AS-PATH, local preference, etc.</a:t>
            </a:r>
          </a:p>
          <a:p>
            <a:r>
              <a:rPr lang="en-US" dirty="0"/>
              <a:t>best replica is chosen based on the end-users’ position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526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C2C864C8-0231-E1AF-9C40-4B1476E29F82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811BA8FB-9711-CDF0-D58F-10176A5C7F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0" name="Gruppo 599">
            <a:extLst>
              <a:ext uri="{FF2B5EF4-FFF2-40B4-BE49-F238E27FC236}">
                <a16:creationId xmlns:a16="http://schemas.microsoft.com/office/drawing/2014/main" id="{941E863D-D004-8AC4-7403-19776C0E4B84}"/>
              </a:ext>
            </a:extLst>
          </p:cNvPr>
          <p:cNvGrpSpPr/>
          <p:nvPr/>
        </p:nvGrpSpPr>
        <p:grpSpPr>
          <a:xfrm>
            <a:off x="9253397" y="5134444"/>
            <a:ext cx="632102" cy="583123"/>
            <a:chOff x="10691757" y="4306849"/>
            <a:chExt cx="378624" cy="350441"/>
          </a:xfrm>
        </p:grpSpPr>
        <p:sp>
          <p:nvSpPr>
            <p:cNvPr id="491" name="AutoShape 171">
              <a:extLst>
                <a:ext uri="{FF2B5EF4-FFF2-40B4-BE49-F238E27FC236}">
                  <a16:creationId xmlns:a16="http://schemas.microsoft.com/office/drawing/2014/main" id="{2763ADFE-DF33-E682-6876-3DE35C893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492" name="mainfrm">
              <a:extLst>
                <a:ext uri="{FF2B5EF4-FFF2-40B4-BE49-F238E27FC236}">
                  <a16:creationId xmlns:a16="http://schemas.microsoft.com/office/drawing/2014/main" id="{EA7773B1-E637-7715-8277-A149EE690F8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8DEB557D-D1C2-2A5C-96E5-207E328642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4" name="Gruppo 599">
            <a:extLst>
              <a:ext uri="{FF2B5EF4-FFF2-40B4-BE49-F238E27FC236}">
                <a16:creationId xmlns:a16="http://schemas.microsoft.com/office/drawing/2014/main" id="{B46BDAC6-8F5F-BF3D-277B-04C3B910B690}"/>
              </a:ext>
            </a:extLst>
          </p:cNvPr>
          <p:cNvGrpSpPr/>
          <p:nvPr/>
        </p:nvGrpSpPr>
        <p:grpSpPr>
          <a:xfrm>
            <a:off x="7812432" y="3369099"/>
            <a:ext cx="632102" cy="583123"/>
            <a:chOff x="10691757" y="4306849"/>
            <a:chExt cx="378624" cy="350441"/>
          </a:xfrm>
        </p:grpSpPr>
        <p:sp>
          <p:nvSpPr>
            <p:cNvPr id="495" name="AutoShape 171">
              <a:extLst>
                <a:ext uri="{FF2B5EF4-FFF2-40B4-BE49-F238E27FC236}">
                  <a16:creationId xmlns:a16="http://schemas.microsoft.com/office/drawing/2014/main" id="{690AA97A-B53C-B354-0D3F-D6B3EC85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496" name="mainfrm">
              <a:extLst>
                <a:ext uri="{FF2B5EF4-FFF2-40B4-BE49-F238E27FC236}">
                  <a16:creationId xmlns:a16="http://schemas.microsoft.com/office/drawing/2014/main" id="{93F52D3B-FE0F-787D-4F88-1FB0E3B2B12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D0E9E808-2B19-39C6-79D5-136968A10A93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8" name="Gruppo 599">
            <a:extLst>
              <a:ext uri="{FF2B5EF4-FFF2-40B4-BE49-F238E27FC236}">
                <a16:creationId xmlns:a16="http://schemas.microsoft.com/office/drawing/2014/main" id="{204C0E2B-D437-7508-5940-35E98A2AA9B0}"/>
              </a:ext>
            </a:extLst>
          </p:cNvPr>
          <p:cNvGrpSpPr/>
          <p:nvPr/>
        </p:nvGrpSpPr>
        <p:grpSpPr>
          <a:xfrm>
            <a:off x="6232537" y="1588740"/>
            <a:ext cx="632102" cy="583123"/>
            <a:chOff x="10691757" y="4306849"/>
            <a:chExt cx="378624" cy="350441"/>
          </a:xfrm>
        </p:grpSpPr>
        <p:sp>
          <p:nvSpPr>
            <p:cNvPr id="499" name="AutoShape 171">
              <a:extLst>
                <a:ext uri="{FF2B5EF4-FFF2-40B4-BE49-F238E27FC236}">
                  <a16:creationId xmlns:a16="http://schemas.microsoft.com/office/drawing/2014/main" id="{7E849127-ECF6-142A-E309-4ABF76546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500" name="mainfrm">
              <a:extLst>
                <a:ext uri="{FF2B5EF4-FFF2-40B4-BE49-F238E27FC236}">
                  <a16:creationId xmlns:a16="http://schemas.microsoft.com/office/drawing/2014/main" id="{93A72255-176B-BD44-E049-1A6DA44E01D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703C9537-4A2A-17B0-F566-0DCB5BE47D13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76FE502C-041C-59BC-9BF5-FDB36D5DECA8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207BA6A9-4E56-BA3B-A500-B7CB78A623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CFCFC134-214C-58FB-E8DB-E4B215BCD4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3B5F03EB-253A-D32A-7355-6B297125B5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72F6F165-6AEF-D0B6-6BB6-571B334A137F}"/>
              </a:ext>
            </a:extLst>
          </p:cNvPr>
          <p:cNvSpPr txBox="1"/>
          <p:nvPr/>
        </p:nvSpPr>
        <p:spPr>
          <a:xfrm>
            <a:off x="8864648" y="57337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webservice3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C803A5A1-A401-8D36-33E0-E11467C588C3}"/>
              </a:ext>
            </a:extLst>
          </p:cNvPr>
          <p:cNvSpPr txBox="1"/>
          <p:nvPr/>
        </p:nvSpPr>
        <p:spPr>
          <a:xfrm>
            <a:off x="7423683" y="392313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webservice2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A586131E-FCCD-9F53-E99E-14797E7B533F}"/>
              </a:ext>
            </a:extLst>
          </p:cNvPr>
          <p:cNvSpPr txBox="1"/>
          <p:nvPr/>
        </p:nvSpPr>
        <p:spPr>
          <a:xfrm>
            <a:off x="5843788" y="217731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webservice1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4BE3E185-9507-1E47-ECD7-B5F48BDDA89B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CB4CB937-E22F-E2FE-8F4E-8431C0064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F809A464-60B0-2A73-2E4F-3B400AAE423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4D54DF5A-7EE2-70A3-95BC-894F2B61C49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058B000F-E8A8-6080-654C-650AF4B56A0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665F5A78-2344-A891-6E3B-C9506F5AEA1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F384C54E-FD85-5E79-791C-897073DC2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1376BE88-2142-9AE5-C464-C3C4580F94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F5163273-C131-97C7-4722-7C0CF602A8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8DA6CC95-E6D6-02D4-7CC8-97D2EDEEB9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E35ECB60-64EE-246C-B72D-C07076F100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856B8C09-5E44-4A08-0ED5-E5FE01ECF7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D7C716CB-E852-31F7-C2C7-CC8A9F6C3A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45D68E5E-82D1-5F35-7773-6333113450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35018694-7E07-64AB-977A-2974F4BC5E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E30AD372-9F32-00A6-9782-57B4A90331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7B0D424E-0170-5954-C21C-48C871B640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2D4FF3F3-E9C0-96EF-871B-CA517E1CC8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3BC2022C-9200-902E-BB8F-AA12218EF7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55F5714A-C09D-A2B0-B0F9-3BC7A3AC12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0AA344CD-BC2C-380A-B79D-F0B9BC27E8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8C7CB47E-20E7-CE73-B5BF-724DAA50AA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AA21E691-7A61-C37E-4A26-2D8652E7EA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40FE9381-6393-7988-A8BC-039326BC017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2E025D50-8C0D-15E4-3ADE-DC134E4E7B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A0477DD7-8283-46AC-49A5-83D79B68CEF8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A9A7E206-FF64-6C96-FE58-E4F71EA6F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5753904B-FCD0-1263-13E6-C980EB7B32D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DE94682F-5903-1F63-846D-3AF420E682C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CFBECFAD-5ADB-03E7-968D-23424455B96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3A310FF8-A11E-BE45-EB48-6DFE9B80053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39CD7512-36C2-666C-54D0-C40402F7A3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4C327576-8B6C-A863-A81B-866069AA4A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9086F964-917A-38A1-231C-E284CB3D32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B10CD2C0-74B5-2132-3FE0-A71C264B16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D1A97910-51DA-E777-B407-8B8AB0F214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4C00E3CF-4BEC-1EEF-A329-ADD84DE4AE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EB9C7EBA-52A1-EBA3-43CD-4C3DD944BA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580A4703-4ACC-C111-0259-8CFFF3A017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D64719B7-84AB-D89E-D057-D86EBD02A9E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F8082707-E799-4EF2-8170-448472E3F6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C6294AC6-A852-20DC-D35F-891D5260A2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66DFA39D-CE3C-1166-6072-A96D9D8E54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51DDBA7D-AB59-D956-4D0B-90DC43F10E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85BE0076-AA0E-0ED9-79A8-D1995CC64C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3E7E55E7-3D07-0318-2A3F-B2335A79FB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D6DD085E-E4EB-1F05-F390-6AC8890B11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F8F310AC-16E0-1702-13AA-F658A9F849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731457E9-DB04-9D41-44C6-91EBDB5EEE8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35D01646-90F0-EE95-B8C7-819646A8E3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FF8CB2B-0FCD-A8B9-7372-3456BBBCDE77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CC234BF7-78A9-E29A-402F-B6794A4847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343F40B7-9ECF-5FE9-868D-B0F6FCD914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6F8CEBFA-05EA-C37B-1B1D-22DA3B60D2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9B34A413-0B24-5D16-66B1-F9564174E77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E393CB57-A0D0-FDC7-8BF4-3D961C33653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6AA7CA37-AF9A-3E05-705C-02BEC8BC95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DF88120A-ED97-9DBC-D943-B6C10F715B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B5FE077E-2FC0-789B-9571-CB11F58599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D23B379D-83DA-2652-4A61-00F114D053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C6C56B48-E291-6B16-AF0E-2BFEE732FF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34BDABD8-341F-4CBD-FAF4-D93F7867F1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3C9D2D86-7601-FD8E-1B1E-3CF4D9AF10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062F785C-5C02-38CF-4D01-9074082EFC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67653257-0B60-ACC5-C35C-58ED2C9D550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AA60C950-F36A-8311-8690-F6925A5127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54F54C54-924E-C27D-3A88-A041E176B8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F42A58C6-98FD-2972-C18F-430ADE9C4A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BC4AE472-0341-2321-05DD-77EDACE7AE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3C1385FE-5EDE-86AB-7B84-6FA3CA2397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F3EE5FCD-9676-AE86-18A0-4665C6F253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080E4704-A732-71E4-2702-A4A6B2FDC7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0D0C4405-2E83-AA67-F898-97A5CE53FF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BEB1C6CE-7CA7-97AD-5610-3724B81543B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75FFFFE6-8FBF-7020-D206-1F6C3E464EA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256208E8-C163-BB15-6EC8-33C7A6D410F8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4C9570C4-5F7F-5C16-3910-04D73075BC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06621154-F330-CA9C-0980-2BEDE3F342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85A4ED49-A573-9953-ADA7-DE66EEA9192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0BE95F5F-6638-893B-0195-044CF347E6B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FE679500-1D48-E57F-62A9-D4EBE30325C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504EFE64-6BCB-5ECB-6AF1-CAC9AE8E80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A5FFAF56-74DA-8C7F-0D5B-C0D55CFE4B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0175863D-1650-2A7A-E035-0597AC09AD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AD862934-4D2F-0D86-B265-BEC229AE64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483DEFD6-8952-54E2-317E-1BD1F69866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4FFE1C8A-1FFC-4E41-B3D4-6F37278179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10C613FE-DC73-5DE6-155D-B6B34AAB67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B9A43773-A12D-42E7-9471-1F4E5A7AD9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CA2CDD84-811C-0EED-AD15-44EF8387F60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61C8870E-B4D6-9FB0-9699-59213D2EFF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1EE6E259-582E-DD4F-315B-4108D01CDE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A422B585-F360-28C1-79D8-FB696D2557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358DB2D3-1017-1530-EA9B-C38F793C31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89C17256-DC5C-0D73-BA7A-ED30954B69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C6F58280-C377-0B5C-A819-B6BFBFB155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D8C1FE9B-BD56-D402-B066-54CCB77218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D21184C0-B8D1-BA77-744B-5C04596D26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22256F2C-16EB-EF58-A846-873AEDECB43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7E6FF3E7-8D5D-9355-9D78-1E19AB7661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DECE0A58-53E4-5477-C448-75F330CEE2DA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8E978557-7196-0251-553E-34AE91D00D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637D0677-6AC3-06C2-1492-0A4A856931A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C4E99248-3932-246E-B599-5F44753D190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DB4118F1-8173-1ED0-BBB3-E1F2A769A7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1C128029-55AF-EC15-141D-6EB9D0290E4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B4201592-0976-7444-AC68-E5B87E643A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63D0A00F-9481-CA45-7F3F-CD5413C81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C2A84132-709D-1735-E09C-FB694716B8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B961B72A-F28C-094F-6A9F-1F03E52B18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F9732BD9-AF67-EA05-47DA-9A6F42FA0D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5C80D0DD-2A99-07E6-8BCD-F5E7B0CAC9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ADCC5836-696E-C419-A3D2-AE4FA98DFC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6E120DF2-8B20-FEEB-CD51-ADD8BA452F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21567EB7-FFDE-CFF2-6B8C-CC576CD149D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7B94C167-269B-F064-982C-DC750A2540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76CC3E3F-08DC-CB7A-5F4A-E623ACF1AE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337CC674-3096-C068-67CF-B8828608FC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518DFA8E-1CC8-64A0-9597-2986EEB80F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B65087AB-4234-92FD-EA4F-7D15CC3081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B3C04A31-972B-CB67-930B-903BEFB8F8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965C7FC7-F3A1-4413-FC7E-95B53904F2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662BE4F3-F8E5-626E-6416-CA6EE517CF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D36BBB62-D4DE-C5D6-FD5A-FF9C95F05E9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6478511C-0DB3-9593-9A91-D7F5C5AE11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3A94A7F0-1AEF-C6CA-11C8-6B97307A71F2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983B7518-3E4B-FD7D-3C11-29B56BC244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12D3D783-615C-2F5C-0167-DA333838A1B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53CEAFCF-7EDE-78EA-AF72-9ECFCB14E2F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EC1390EA-42F5-34CA-69DC-2862C626C0A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E256D5EC-F28C-A788-44F1-A07C1CBF766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9C09088F-8BF6-0221-93B6-1A3FA20FA0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28A19ED4-03C3-DE34-2E1A-CC5623BDBF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AE54B96A-5DCA-D7E0-95F6-12A96D9DCB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7DD5F6B7-0AD4-5BD0-C0D5-F4F8C00936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3E22D285-5947-3009-02E3-D6B411E1E7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2735713A-FEB6-407D-F5B3-004DA705E2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8DD06D39-390C-2572-EB87-FCB8A1B1FD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D64F22BB-ACA5-DFF7-75BD-06F1EACDCD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62001A87-5B7C-2F96-077C-0BF39B62A1E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623EF63F-1877-37FA-169F-A6DA739C712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9A080D11-6A37-AC28-7CF2-C70F207DC3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04748CA3-4BBF-74FF-493B-11493E42A3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121F8EAB-6237-9341-F4EC-EE02A9470E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B36D2B67-B08C-7831-157C-8F7C315EA2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F0044740-F697-8EF7-273A-402568DE9C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A29B4F79-E155-E1C6-16E6-E34930A2B7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4EAD7B43-BEEF-22E2-2125-5135FD8590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A95EFC20-F58F-28FD-9712-81DD88D6144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1636601A-77F7-9854-35F5-F5DE4FEE03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CD81E6-32CB-F3EB-057A-4BE4B7F2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anycast</a:t>
            </a:r>
          </a:p>
        </p:txBody>
      </p: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0549AF8D-7F27-BFCF-AF5A-948AD72C1A36}"/>
              </a:ext>
            </a:extLst>
          </p:cNvPr>
          <p:cNvGrpSpPr/>
          <p:nvPr/>
        </p:nvGrpSpPr>
        <p:grpSpPr>
          <a:xfrm>
            <a:off x="7702101" y="5507513"/>
            <a:ext cx="872681" cy="814992"/>
            <a:chOff x="6958366" y="5161316"/>
            <a:chExt cx="1117383" cy="1043518"/>
          </a:xfrm>
        </p:grpSpPr>
        <p:grpSp>
          <p:nvGrpSpPr>
            <p:cNvPr id="376" name="Group 138">
              <a:extLst>
                <a:ext uri="{FF2B5EF4-FFF2-40B4-BE49-F238E27FC236}">
                  <a16:creationId xmlns:a16="http://schemas.microsoft.com/office/drawing/2014/main" id="{5097876C-5660-1E67-A4DB-F747FECA6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377" name="Line 34">
                <a:extLst>
                  <a:ext uri="{FF2B5EF4-FFF2-40B4-BE49-F238E27FC236}">
                    <a16:creationId xmlns:a16="http://schemas.microsoft.com/office/drawing/2014/main" id="{D4929ED4-2D6A-67B0-785C-ECDF65DE8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378" name="Group 35">
                <a:extLst>
                  <a:ext uri="{FF2B5EF4-FFF2-40B4-BE49-F238E27FC236}">
                    <a16:creationId xmlns:a16="http://schemas.microsoft.com/office/drawing/2014/main" id="{08F82089-6100-984C-4996-7A33D71ADC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403" name="Freeform 36">
                  <a:extLst>
                    <a:ext uri="{FF2B5EF4-FFF2-40B4-BE49-F238E27FC236}">
                      <a16:creationId xmlns:a16="http://schemas.microsoft.com/office/drawing/2014/main" id="{DCE11CCB-972D-C726-3B0F-9E203DE982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Freeform 37">
                  <a:extLst>
                    <a:ext uri="{FF2B5EF4-FFF2-40B4-BE49-F238E27FC236}">
                      <a16:creationId xmlns:a16="http://schemas.microsoft.com/office/drawing/2014/main" id="{D515AD62-4B03-B399-33CE-3110E6CF2A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05" name="Group 38">
                  <a:extLst>
                    <a:ext uri="{FF2B5EF4-FFF2-40B4-BE49-F238E27FC236}">
                      <a16:creationId xmlns:a16="http://schemas.microsoft.com/office/drawing/2014/main" id="{988111D2-FB11-DBFF-0C91-50F8D489CA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406" name="Freeform 39">
                    <a:extLst>
                      <a:ext uri="{FF2B5EF4-FFF2-40B4-BE49-F238E27FC236}">
                        <a16:creationId xmlns:a16="http://schemas.microsoft.com/office/drawing/2014/main" id="{E1A8D1A5-BBC2-D3D0-EF2A-8D486247D5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407" name="Group 40">
                    <a:extLst>
                      <a:ext uri="{FF2B5EF4-FFF2-40B4-BE49-F238E27FC236}">
                        <a16:creationId xmlns:a16="http://schemas.microsoft.com/office/drawing/2014/main" id="{90CCBA3E-8EA8-0DC6-158F-E1B6E1F1AB6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408" name="Freeform 41">
                      <a:extLst>
                        <a:ext uri="{FF2B5EF4-FFF2-40B4-BE49-F238E27FC236}">
                          <a16:creationId xmlns:a16="http://schemas.microsoft.com/office/drawing/2014/main" id="{4AFF4AC1-F91B-AFF0-CC68-9C6A495FD6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9" name="Freeform 42">
                      <a:extLst>
                        <a:ext uri="{FF2B5EF4-FFF2-40B4-BE49-F238E27FC236}">
                          <a16:creationId xmlns:a16="http://schemas.microsoft.com/office/drawing/2014/main" id="{175338E2-EC4B-C5BB-B080-9E918B64E4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825E46CD-B02C-CEC6-413E-D7D5D5F7CDC7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A1B0AD26-1C8A-9EC7-959D-3A5D39EA9CD1}"/>
              </a:ext>
            </a:extLst>
          </p:cNvPr>
          <p:cNvGrpSpPr/>
          <p:nvPr/>
        </p:nvGrpSpPr>
        <p:grpSpPr>
          <a:xfrm>
            <a:off x="6096000" y="3750987"/>
            <a:ext cx="872681" cy="814992"/>
            <a:chOff x="6958366" y="5161316"/>
            <a:chExt cx="1117383" cy="1043518"/>
          </a:xfrm>
        </p:grpSpPr>
        <p:grpSp>
          <p:nvGrpSpPr>
            <p:cNvPr id="437" name="Group 138">
              <a:extLst>
                <a:ext uri="{FF2B5EF4-FFF2-40B4-BE49-F238E27FC236}">
                  <a16:creationId xmlns:a16="http://schemas.microsoft.com/office/drawing/2014/main" id="{1BE87640-4D32-10D9-B35D-ADFBECE533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439" name="Line 34">
                <a:extLst>
                  <a:ext uri="{FF2B5EF4-FFF2-40B4-BE49-F238E27FC236}">
                    <a16:creationId xmlns:a16="http://schemas.microsoft.com/office/drawing/2014/main" id="{D3CE0C08-D21F-ED48-5596-29792C317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440" name="Group 35">
                <a:extLst>
                  <a:ext uri="{FF2B5EF4-FFF2-40B4-BE49-F238E27FC236}">
                    <a16:creationId xmlns:a16="http://schemas.microsoft.com/office/drawing/2014/main" id="{17A20405-B22E-9C46-34F4-B1CEB98029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441" name="Freeform 36">
                  <a:extLst>
                    <a:ext uri="{FF2B5EF4-FFF2-40B4-BE49-F238E27FC236}">
                      <a16:creationId xmlns:a16="http://schemas.microsoft.com/office/drawing/2014/main" id="{91F50F32-BCC7-AE1F-AB96-7DD23561B0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Freeform 37">
                  <a:extLst>
                    <a:ext uri="{FF2B5EF4-FFF2-40B4-BE49-F238E27FC236}">
                      <a16:creationId xmlns:a16="http://schemas.microsoft.com/office/drawing/2014/main" id="{ABCF8EC2-B80E-3D8A-0327-47A9C33A9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43" name="Group 38">
                  <a:extLst>
                    <a:ext uri="{FF2B5EF4-FFF2-40B4-BE49-F238E27FC236}">
                      <a16:creationId xmlns:a16="http://schemas.microsoft.com/office/drawing/2014/main" id="{76DC4DD5-192C-12B4-9581-41A54220E5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444" name="Freeform 39">
                    <a:extLst>
                      <a:ext uri="{FF2B5EF4-FFF2-40B4-BE49-F238E27FC236}">
                        <a16:creationId xmlns:a16="http://schemas.microsoft.com/office/drawing/2014/main" id="{9C19EAC4-C82E-7286-FA14-9C2DD3FD84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445" name="Group 40">
                    <a:extLst>
                      <a:ext uri="{FF2B5EF4-FFF2-40B4-BE49-F238E27FC236}">
                        <a16:creationId xmlns:a16="http://schemas.microsoft.com/office/drawing/2014/main" id="{375DFCD4-DD80-81B4-E8A5-180EE91F49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446" name="Freeform 41">
                      <a:extLst>
                        <a:ext uri="{FF2B5EF4-FFF2-40B4-BE49-F238E27FC236}">
                          <a16:creationId xmlns:a16="http://schemas.microsoft.com/office/drawing/2014/main" id="{8CEAE593-F2CB-B9E3-204C-28BF046670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7" name="Freeform 42">
                      <a:extLst>
                        <a:ext uri="{FF2B5EF4-FFF2-40B4-BE49-F238E27FC236}">
                          <a16:creationId xmlns:a16="http://schemas.microsoft.com/office/drawing/2014/main" id="{955FD0DD-AE17-1ECF-68C0-38A582532B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A93877A9-0CBB-886A-296B-AAC5CF2C9D8A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0E4A25A0-E137-D478-7B61-07CD20575532}"/>
              </a:ext>
            </a:extLst>
          </p:cNvPr>
          <p:cNvGrpSpPr/>
          <p:nvPr/>
        </p:nvGrpSpPr>
        <p:grpSpPr>
          <a:xfrm>
            <a:off x="4523605" y="2010550"/>
            <a:ext cx="872681" cy="814992"/>
            <a:chOff x="6958366" y="5161316"/>
            <a:chExt cx="1117383" cy="1043518"/>
          </a:xfrm>
        </p:grpSpPr>
        <p:grpSp>
          <p:nvGrpSpPr>
            <p:cNvPr id="451" name="Group 138">
              <a:extLst>
                <a:ext uri="{FF2B5EF4-FFF2-40B4-BE49-F238E27FC236}">
                  <a16:creationId xmlns:a16="http://schemas.microsoft.com/office/drawing/2014/main" id="{E085A777-9957-133C-EA6A-6636970CC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453" name="Line 34">
                <a:extLst>
                  <a:ext uri="{FF2B5EF4-FFF2-40B4-BE49-F238E27FC236}">
                    <a16:creationId xmlns:a16="http://schemas.microsoft.com/office/drawing/2014/main" id="{66096A55-6AA5-B1DE-36AD-F84E9B8AAA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454" name="Group 35">
                <a:extLst>
                  <a:ext uri="{FF2B5EF4-FFF2-40B4-BE49-F238E27FC236}">
                    <a16:creationId xmlns:a16="http://schemas.microsoft.com/office/drawing/2014/main" id="{8A591AF5-063E-9486-2638-3DC487DA81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455" name="Freeform 36">
                  <a:extLst>
                    <a:ext uri="{FF2B5EF4-FFF2-40B4-BE49-F238E27FC236}">
                      <a16:creationId xmlns:a16="http://schemas.microsoft.com/office/drawing/2014/main" id="{05C0229F-ED4B-9EA3-74FD-8F0BD923BE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Freeform 37">
                  <a:extLst>
                    <a:ext uri="{FF2B5EF4-FFF2-40B4-BE49-F238E27FC236}">
                      <a16:creationId xmlns:a16="http://schemas.microsoft.com/office/drawing/2014/main" id="{F5217817-E3B0-3F00-E61D-7289B302AF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57" name="Group 38">
                  <a:extLst>
                    <a:ext uri="{FF2B5EF4-FFF2-40B4-BE49-F238E27FC236}">
                      <a16:creationId xmlns:a16="http://schemas.microsoft.com/office/drawing/2014/main" id="{66911F3A-CB0A-A953-166B-DEECCDDE5F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458" name="Freeform 39">
                    <a:extLst>
                      <a:ext uri="{FF2B5EF4-FFF2-40B4-BE49-F238E27FC236}">
                        <a16:creationId xmlns:a16="http://schemas.microsoft.com/office/drawing/2014/main" id="{1EA390D0-6BE9-EFC0-5A4D-5119E8CF5B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459" name="Group 40">
                    <a:extLst>
                      <a:ext uri="{FF2B5EF4-FFF2-40B4-BE49-F238E27FC236}">
                        <a16:creationId xmlns:a16="http://schemas.microsoft.com/office/drawing/2014/main" id="{C65E587E-21C1-3434-A497-875B4BD543B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460" name="Freeform 41">
                      <a:extLst>
                        <a:ext uri="{FF2B5EF4-FFF2-40B4-BE49-F238E27FC236}">
                          <a16:creationId xmlns:a16="http://schemas.microsoft.com/office/drawing/2014/main" id="{F4616373-44B4-37E1-02F2-816FCEFA0D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1" name="Freeform 42">
                      <a:extLst>
                        <a:ext uri="{FF2B5EF4-FFF2-40B4-BE49-F238E27FC236}">
                          <a16:creationId xmlns:a16="http://schemas.microsoft.com/office/drawing/2014/main" id="{EE9061EB-BB5B-6F11-16C9-A0BFCD45F0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33FE2263-1889-9342-18DF-1CAC7B98CB6F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sp>
        <p:nvSpPr>
          <p:cNvPr id="668" name="TextBox 667">
            <a:extLst>
              <a:ext uri="{FF2B5EF4-FFF2-40B4-BE49-F238E27FC236}">
                <a16:creationId xmlns:a16="http://schemas.microsoft.com/office/drawing/2014/main" id="{075DB0B3-8363-2782-F930-44454FEC58EF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989F38C6-95F8-78B4-2B07-56550ECD7251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983EE71F-7269-38CD-A663-36009FEABDB1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4D9320F1-AACB-774D-7379-C3E23B1C797E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6A08943B-5BD4-C848-5302-4C667BAA0C15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673" name="Group 93">
              <a:extLst>
                <a:ext uri="{FF2B5EF4-FFF2-40B4-BE49-F238E27FC236}">
                  <a16:creationId xmlns:a16="http://schemas.microsoft.com/office/drawing/2014/main" id="{D8153F64-FF6C-27EB-3C46-5E2A37665A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75" name="Group 94">
                <a:extLst>
                  <a:ext uri="{FF2B5EF4-FFF2-40B4-BE49-F238E27FC236}">
                    <a16:creationId xmlns:a16="http://schemas.microsoft.com/office/drawing/2014/main" id="{16601A5E-0E97-50EE-145F-CD4363A73B1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77" name="AutoShape 95">
                  <a:extLst>
                    <a:ext uri="{FF2B5EF4-FFF2-40B4-BE49-F238E27FC236}">
                      <a16:creationId xmlns:a16="http://schemas.microsoft.com/office/drawing/2014/main" id="{3263078A-10C9-7BE6-3762-95D833996F7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78" name="Group 96">
                  <a:extLst>
                    <a:ext uri="{FF2B5EF4-FFF2-40B4-BE49-F238E27FC236}">
                      <a16:creationId xmlns:a16="http://schemas.microsoft.com/office/drawing/2014/main" id="{87B95C40-89A2-F121-97AB-9047EB81980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79" name="Group 97">
                    <a:extLst>
                      <a:ext uri="{FF2B5EF4-FFF2-40B4-BE49-F238E27FC236}">
                        <a16:creationId xmlns:a16="http://schemas.microsoft.com/office/drawing/2014/main" id="{4D946EE2-6563-211F-0CE9-3FEB5E9F15C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89" name="Freeform 98">
                      <a:extLst>
                        <a:ext uri="{FF2B5EF4-FFF2-40B4-BE49-F238E27FC236}">
                          <a16:creationId xmlns:a16="http://schemas.microsoft.com/office/drawing/2014/main" id="{DE184997-3485-4CBA-8706-C87E25899B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0" name="Freeform 99">
                      <a:extLst>
                        <a:ext uri="{FF2B5EF4-FFF2-40B4-BE49-F238E27FC236}">
                          <a16:creationId xmlns:a16="http://schemas.microsoft.com/office/drawing/2014/main" id="{A6264719-E43E-0154-45AE-7CBB637B02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1" name="Freeform 100">
                      <a:extLst>
                        <a:ext uri="{FF2B5EF4-FFF2-40B4-BE49-F238E27FC236}">
                          <a16:creationId xmlns:a16="http://schemas.microsoft.com/office/drawing/2014/main" id="{8F31AA46-4002-83F3-8446-C036FE4ECD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2" name="Freeform 101">
                      <a:extLst>
                        <a:ext uri="{FF2B5EF4-FFF2-40B4-BE49-F238E27FC236}">
                          <a16:creationId xmlns:a16="http://schemas.microsoft.com/office/drawing/2014/main" id="{DEC41B1C-13C1-879A-361D-3AB4076C3C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3" name="Freeform 102">
                      <a:extLst>
                        <a:ext uri="{FF2B5EF4-FFF2-40B4-BE49-F238E27FC236}">
                          <a16:creationId xmlns:a16="http://schemas.microsoft.com/office/drawing/2014/main" id="{440267BA-8850-3C5F-0DAD-698FFB553F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4" name="Freeform 103">
                      <a:extLst>
                        <a:ext uri="{FF2B5EF4-FFF2-40B4-BE49-F238E27FC236}">
                          <a16:creationId xmlns:a16="http://schemas.microsoft.com/office/drawing/2014/main" id="{92F91F8D-9A30-BC41-3B3B-6DDC0389C2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5" name="Freeform 104">
                      <a:extLst>
                        <a:ext uri="{FF2B5EF4-FFF2-40B4-BE49-F238E27FC236}">
                          <a16:creationId xmlns:a16="http://schemas.microsoft.com/office/drawing/2014/main" id="{54D849AC-74F5-27D6-D16F-466A5664AA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6" name="Freeform 105">
                      <a:extLst>
                        <a:ext uri="{FF2B5EF4-FFF2-40B4-BE49-F238E27FC236}">
                          <a16:creationId xmlns:a16="http://schemas.microsoft.com/office/drawing/2014/main" id="{EFFF96BB-1251-5D71-D251-411CA71F3F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80" name="Group 106">
                    <a:extLst>
                      <a:ext uri="{FF2B5EF4-FFF2-40B4-BE49-F238E27FC236}">
                        <a16:creationId xmlns:a16="http://schemas.microsoft.com/office/drawing/2014/main" id="{7E2C34F1-8C53-4459-EAD4-5690C4496A5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81" name="Freeform 107">
                      <a:extLst>
                        <a:ext uri="{FF2B5EF4-FFF2-40B4-BE49-F238E27FC236}">
                          <a16:creationId xmlns:a16="http://schemas.microsoft.com/office/drawing/2014/main" id="{59541BFC-364A-10AA-2BB8-B3FF82BD78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2" name="Freeform 108">
                      <a:extLst>
                        <a:ext uri="{FF2B5EF4-FFF2-40B4-BE49-F238E27FC236}">
                          <a16:creationId xmlns:a16="http://schemas.microsoft.com/office/drawing/2014/main" id="{A8AC2941-D4B2-42A9-F88E-AE9BBBB5FC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3" name="Freeform 109">
                      <a:extLst>
                        <a:ext uri="{FF2B5EF4-FFF2-40B4-BE49-F238E27FC236}">
                          <a16:creationId xmlns:a16="http://schemas.microsoft.com/office/drawing/2014/main" id="{F43E97E5-B97B-251B-217D-CF1F898A7D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4" name="Freeform 110">
                      <a:extLst>
                        <a:ext uri="{FF2B5EF4-FFF2-40B4-BE49-F238E27FC236}">
                          <a16:creationId xmlns:a16="http://schemas.microsoft.com/office/drawing/2014/main" id="{47CFD30A-2499-19D3-2DF4-FA44EB8C99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5" name="Freeform 111">
                      <a:extLst>
                        <a:ext uri="{FF2B5EF4-FFF2-40B4-BE49-F238E27FC236}">
                          <a16:creationId xmlns:a16="http://schemas.microsoft.com/office/drawing/2014/main" id="{0BD20F04-409E-CB75-E335-78A3B80C2D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6" name="Freeform 112">
                      <a:extLst>
                        <a:ext uri="{FF2B5EF4-FFF2-40B4-BE49-F238E27FC236}">
                          <a16:creationId xmlns:a16="http://schemas.microsoft.com/office/drawing/2014/main" id="{9A1C9FFC-8FD6-346C-AFE8-F9A4CAC5A7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7" name="Freeform 113">
                      <a:extLst>
                        <a:ext uri="{FF2B5EF4-FFF2-40B4-BE49-F238E27FC236}">
                          <a16:creationId xmlns:a16="http://schemas.microsoft.com/office/drawing/2014/main" id="{61B4872D-EE18-1F60-D29C-B845A30A6D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8" name="Freeform 114">
                      <a:extLst>
                        <a:ext uri="{FF2B5EF4-FFF2-40B4-BE49-F238E27FC236}">
                          <a16:creationId xmlns:a16="http://schemas.microsoft.com/office/drawing/2014/main" id="{A602D01C-653D-7B57-96A5-42329ED08E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76" name="WordArt 115">
                <a:extLst>
                  <a:ext uri="{FF2B5EF4-FFF2-40B4-BE49-F238E27FC236}">
                    <a16:creationId xmlns:a16="http://schemas.microsoft.com/office/drawing/2014/main" id="{8AE48DA3-9432-BC89-60D3-BA4D9EDDCE5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74" name="WordArt 68">
              <a:extLst>
                <a:ext uri="{FF2B5EF4-FFF2-40B4-BE49-F238E27FC236}">
                  <a16:creationId xmlns:a16="http://schemas.microsoft.com/office/drawing/2014/main" id="{BDC6BEC2-7FCB-D171-13B0-594629F87A7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81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" grpId="0"/>
      <p:bldP spid="507" grpId="0"/>
      <p:bldP spid="508" grpId="0"/>
      <p:bldP spid="668" grpId="0"/>
      <p:bldP spid="669" grpId="0"/>
      <p:bldP spid="6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AC05-5547-0967-D6B8-C8E57C8A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57B9-62F0-1ED2-02C1-1956F28A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anycast</a:t>
            </a:r>
          </a:p>
        </p:txBody>
      </p:sp>
      <p:cxnSp>
        <p:nvCxnSpPr>
          <p:cNvPr id="188" name="AutoShape 40">
            <a:extLst>
              <a:ext uri="{FF2B5EF4-FFF2-40B4-BE49-F238E27FC236}">
                <a16:creationId xmlns:a16="http://schemas.microsoft.com/office/drawing/2014/main" id="{E10BACB1-5B5F-8F3F-5FB6-087246B98859}"/>
              </a:ext>
            </a:extLst>
          </p:cNvPr>
          <p:cNvCxnSpPr>
            <a:cxnSpLocks noChangeShapeType="1"/>
            <a:stCxn id="18" idx="2"/>
            <a:endCxn id="162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AutoShape 40">
            <a:extLst>
              <a:ext uri="{FF2B5EF4-FFF2-40B4-BE49-F238E27FC236}">
                <a16:creationId xmlns:a16="http://schemas.microsoft.com/office/drawing/2014/main" id="{E5C7804E-F3F6-58A0-9239-E520758911D3}"/>
              </a:ext>
            </a:extLst>
          </p:cNvPr>
          <p:cNvCxnSpPr>
            <a:cxnSpLocks noChangeShapeType="1"/>
            <a:stCxn id="315" idx="4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6" name="Gruppo 599">
            <a:extLst>
              <a:ext uri="{FF2B5EF4-FFF2-40B4-BE49-F238E27FC236}">
                <a16:creationId xmlns:a16="http://schemas.microsoft.com/office/drawing/2014/main" id="{4DF59587-436D-0711-D3C9-805F31DF110A}"/>
              </a:ext>
            </a:extLst>
          </p:cNvPr>
          <p:cNvGrpSpPr/>
          <p:nvPr/>
        </p:nvGrpSpPr>
        <p:grpSpPr>
          <a:xfrm>
            <a:off x="9253397" y="5134444"/>
            <a:ext cx="632102" cy="583123"/>
            <a:chOff x="10691757" y="4306849"/>
            <a:chExt cx="378624" cy="350441"/>
          </a:xfrm>
        </p:grpSpPr>
        <p:sp>
          <p:nvSpPr>
            <p:cNvPr id="197" name="AutoShape 171">
              <a:extLst>
                <a:ext uri="{FF2B5EF4-FFF2-40B4-BE49-F238E27FC236}">
                  <a16:creationId xmlns:a16="http://schemas.microsoft.com/office/drawing/2014/main" id="{1FFC9532-79C4-96FB-A386-CD1C0C818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8" name="mainfrm">
              <a:extLst>
                <a:ext uri="{FF2B5EF4-FFF2-40B4-BE49-F238E27FC236}">
                  <a16:creationId xmlns:a16="http://schemas.microsoft.com/office/drawing/2014/main" id="{63D71649-6525-CA25-C3C4-6E233C5559A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43" name="AutoShape 40">
            <a:extLst>
              <a:ext uri="{FF2B5EF4-FFF2-40B4-BE49-F238E27FC236}">
                <a16:creationId xmlns:a16="http://schemas.microsoft.com/office/drawing/2014/main" id="{613088C8-0DCF-A555-F9FA-8A2C09502843}"/>
              </a:ext>
            </a:extLst>
          </p:cNvPr>
          <p:cNvCxnSpPr>
            <a:cxnSpLocks noChangeShapeType="1"/>
            <a:stCxn id="240" idx="4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0" name="Gruppo 599">
            <a:extLst>
              <a:ext uri="{FF2B5EF4-FFF2-40B4-BE49-F238E27FC236}">
                <a16:creationId xmlns:a16="http://schemas.microsoft.com/office/drawing/2014/main" id="{FF620A2B-59BE-7311-D177-D6896644F229}"/>
              </a:ext>
            </a:extLst>
          </p:cNvPr>
          <p:cNvGrpSpPr/>
          <p:nvPr/>
        </p:nvGrpSpPr>
        <p:grpSpPr>
          <a:xfrm>
            <a:off x="7812432" y="3369099"/>
            <a:ext cx="632102" cy="583123"/>
            <a:chOff x="10691757" y="4306849"/>
            <a:chExt cx="378624" cy="350441"/>
          </a:xfrm>
        </p:grpSpPr>
        <p:sp>
          <p:nvSpPr>
            <p:cNvPr id="341" name="AutoShape 171">
              <a:extLst>
                <a:ext uri="{FF2B5EF4-FFF2-40B4-BE49-F238E27FC236}">
                  <a16:creationId xmlns:a16="http://schemas.microsoft.com/office/drawing/2014/main" id="{50A9266B-E131-6120-7DA4-C64568981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42" name="mainfrm">
              <a:extLst>
                <a:ext uri="{FF2B5EF4-FFF2-40B4-BE49-F238E27FC236}">
                  <a16:creationId xmlns:a16="http://schemas.microsoft.com/office/drawing/2014/main" id="{77A56701-1B40-6AEB-B605-EF663855209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2" name="AutoShape 40">
            <a:extLst>
              <a:ext uri="{FF2B5EF4-FFF2-40B4-BE49-F238E27FC236}">
                <a16:creationId xmlns:a16="http://schemas.microsoft.com/office/drawing/2014/main" id="{D348DDEC-19DA-7697-91B8-F6012223155C}"/>
              </a:ext>
            </a:extLst>
          </p:cNvPr>
          <p:cNvCxnSpPr>
            <a:cxnSpLocks noChangeShapeType="1"/>
            <a:stCxn id="18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9" name="Gruppo 599">
            <a:extLst>
              <a:ext uri="{FF2B5EF4-FFF2-40B4-BE49-F238E27FC236}">
                <a16:creationId xmlns:a16="http://schemas.microsoft.com/office/drawing/2014/main" id="{D593509C-7C4D-ACAF-C232-F5B381DC4FC2}"/>
              </a:ext>
            </a:extLst>
          </p:cNvPr>
          <p:cNvGrpSpPr/>
          <p:nvPr/>
        </p:nvGrpSpPr>
        <p:grpSpPr>
          <a:xfrm>
            <a:off x="6232537" y="1588740"/>
            <a:ext cx="632102" cy="583123"/>
            <a:chOff x="10691757" y="4306849"/>
            <a:chExt cx="378624" cy="350441"/>
          </a:xfrm>
        </p:grpSpPr>
        <p:sp>
          <p:nvSpPr>
            <p:cNvPr id="350" name="AutoShape 171">
              <a:extLst>
                <a:ext uri="{FF2B5EF4-FFF2-40B4-BE49-F238E27FC236}">
                  <a16:creationId xmlns:a16="http://schemas.microsoft.com/office/drawing/2014/main" id="{8F48FF23-0FA2-0263-F8E7-159008A32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51" name="mainfrm">
              <a:extLst>
                <a:ext uri="{FF2B5EF4-FFF2-40B4-BE49-F238E27FC236}">
                  <a16:creationId xmlns:a16="http://schemas.microsoft.com/office/drawing/2014/main" id="{174721F9-7000-6D2E-70F2-3F03C05A787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5" name="AutoShape 40">
            <a:extLst>
              <a:ext uri="{FF2B5EF4-FFF2-40B4-BE49-F238E27FC236}">
                <a16:creationId xmlns:a16="http://schemas.microsoft.com/office/drawing/2014/main" id="{BB5581DD-A072-DB14-65A0-D05BD02AE738}"/>
              </a:ext>
            </a:extLst>
          </p:cNvPr>
          <p:cNvCxnSpPr>
            <a:cxnSpLocks noChangeShapeType="1"/>
            <a:stCxn id="215" idx="2"/>
            <a:endCxn id="162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40">
            <a:extLst>
              <a:ext uri="{FF2B5EF4-FFF2-40B4-BE49-F238E27FC236}">
                <a16:creationId xmlns:a16="http://schemas.microsoft.com/office/drawing/2014/main" id="{FE43F41B-1E2E-07E6-55D7-25C8F9E47BB7}"/>
              </a:ext>
            </a:extLst>
          </p:cNvPr>
          <p:cNvCxnSpPr>
            <a:cxnSpLocks noChangeShapeType="1"/>
            <a:stCxn id="290" idx="2"/>
            <a:endCxn id="162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40">
            <a:extLst>
              <a:ext uri="{FF2B5EF4-FFF2-40B4-BE49-F238E27FC236}">
                <a16:creationId xmlns:a16="http://schemas.microsoft.com/office/drawing/2014/main" id="{C0D75C49-38BB-EED1-42F7-85B303EC9011}"/>
              </a:ext>
            </a:extLst>
          </p:cNvPr>
          <p:cNvCxnSpPr>
            <a:cxnSpLocks noChangeShapeType="1"/>
            <a:stCxn id="215" idx="4"/>
            <a:endCxn id="240" idx="2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6" name="AutoShape 40">
            <a:extLst>
              <a:ext uri="{FF2B5EF4-FFF2-40B4-BE49-F238E27FC236}">
                <a16:creationId xmlns:a16="http://schemas.microsoft.com/office/drawing/2014/main" id="{B0F0A3ED-9C09-C870-C410-FC80AA511991}"/>
              </a:ext>
            </a:extLst>
          </p:cNvPr>
          <p:cNvCxnSpPr>
            <a:cxnSpLocks noChangeShapeType="1"/>
            <a:stCxn id="290" idx="4"/>
            <a:endCxn id="265" idx="2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40">
            <a:extLst>
              <a:ext uri="{FF2B5EF4-FFF2-40B4-BE49-F238E27FC236}">
                <a16:creationId xmlns:a16="http://schemas.microsoft.com/office/drawing/2014/main" id="{94988349-97C7-92FD-A61F-B0C2BB59BE6C}"/>
              </a:ext>
            </a:extLst>
          </p:cNvPr>
          <p:cNvCxnSpPr>
            <a:cxnSpLocks noChangeShapeType="1"/>
            <a:stCxn id="265" idx="4"/>
            <a:endCxn id="315" idx="2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B3DE99B8-240B-0133-FB1C-49C694E7EE22}"/>
              </a:ext>
            </a:extLst>
          </p:cNvPr>
          <p:cNvSpPr txBox="1"/>
          <p:nvPr/>
        </p:nvSpPr>
        <p:spPr>
          <a:xfrm>
            <a:off x="8864648" y="57337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webservice3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C0423EF0-13CA-DF6A-F5C9-A18911B6F7CC}"/>
              </a:ext>
            </a:extLst>
          </p:cNvPr>
          <p:cNvSpPr txBox="1"/>
          <p:nvPr/>
        </p:nvSpPr>
        <p:spPr>
          <a:xfrm>
            <a:off x="7423683" y="392313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webservice2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545008A8-5F4B-88B1-B1FE-16A0134F4B0F}"/>
              </a:ext>
            </a:extLst>
          </p:cNvPr>
          <p:cNvSpPr txBox="1"/>
          <p:nvPr/>
        </p:nvSpPr>
        <p:spPr>
          <a:xfrm>
            <a:off x="5843788" y="217731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webservice1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8F073E84-C6A1-1313-BCB7-55296ADF79D7}"/>
              </a:ext>
            </a:extLst>
          </p:cNvPr>
          <p:cNvGrpSpPr/>
          <p:nvPr/>
        </p:nvGrpSpPr>
        <p:grpSpPr>
          <a:xfrm rot="18778113">
            <a:off x="3862891" y="2562155"/>
            <a:ext cx="872681" cy="392927"/>
            <a:chOff x="6958366" y="5701729"/>
            <a:chExt cx="1117383" cy="503105"/>
          </a:xfrm>
        </p:grpSpPr>
        <p:sp>
          <p:nvSpPr>
            <p:cNvPr id="453" name="Line 34">
              <a:extLst>
                <a:ext uri="{FF2B5EF4-FFF2-40B4-BE49-F238E27FC236}">
                  <a16:creationId xmlns:a16="http://schemas.microsoft.com/office/drawing/2014/main" id="{2518D6C1-9F39-2ACD-75FE-35254910D2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9533C080-B1C8-0E8B-9E6E-B5567D25C310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B361EE-FBCC-E255-9220-072F577A9917}"/>
              </a:ext>
            </a:extLst>
          </p:cNvPr>
          <p:cNvGrpSpPr/>
          <p:nvPr/>
        </p:nvGrpSpPr>
        <p:grpSpPr>
          <a:xfrm>
            <a:off x="3470482" y="3891258"/>
            <a:ext cx="872681" cy="392927"/>
            <a:chOff x="6958366" y="5701729"/>
            <a:chExt cx="1117383" cy="503105"/>
          </a:xfrm>
        </p:grpSpPr>
        <p:sp>
          <p:nvSpPr>
            <p:cNvPr id="7" name="Line 34">
              <a:extLst>
                <a:ext uri="{FF2B5EF4-FFF2-40B4-BE49-F238E27FC236}">
                  <a16:creationId xmlns:a16="http://schemas.microsoft.com/office/drawing/2014/main" id="{ADD4D9C0-1982-54F4-B054-F1424DB9A6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4E9C13-8157-8070-71A6-79D8B826F7F8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1D007FC-6A67-A6E6-5A25-D572A8F45F80}"/>
              </a:ext>
            </a:extLst>
          </p:cNvPr>
          <p:cNvGrpSpPr/>
          <p:nvPr/>
        </p:nvGrpSpPr>
        <p:grpSpPr>
          <a:xfrm rot="2844653">
            <a:off x="3088740" y="4739182"/>
            <a:ext cx="872681" cy="392927"/>
            <a:chOff x="6958366" y="5701729"/>
            <a:chExt cx="1117383" cy="503105"/>
          </a:xfrm>
        </p:grpSpPr>
        <p:sp>
          <p:nvSpPr>
            <p:cNvPr id="10" name="Line 34">
              <a:extLst>
                <a:ext uri="{FF2B5EF4-FFF2-40B4-BE49-F238E27FC236}">
                  <a16:creationId xmlns:a16="http://schemas.microsoft.com/office/drawing/2014/main" id="{B0BAA78D-617F-0FA3-EC38-33C3579656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4F24EE-8372-79AC-F829-52FC67359752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AC3D8-1A58-7BEA-6B43-BA75B5CA13C0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14" name="Group 93">
              <a:extLst>
                <a:ext uri="{FF2B5EF4-FFF2-40B4-BE49-F238E27FC236}">
                  <a16:creationId xmlns:a16="http://schemas.microsoft.com/office/drawing/2014/main" id="{6B94A81E-9338-3E7F-ECCA-DDE672A0C7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6" name="Group 94">
                <a:extLst>
                  <a:ext uri="{FF2B5EF4-FFF2-40B4-BE49-F238E27FC236}">
                    <a16:creationId xmlns:a16="http://schemas.microsoft.com/office/drawing/2014/main" id="{F3EE2859-0C5D-0FD9-1A8E-B4698E482D2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" name="AutoShape 95">
                  <a:extLst>
                    <a:ext uri="{FF2B5EF4-FFF2-40B4-BE49-F238E27FC236}">
                      <a16:creationId xmlns:a16="http://schemas.microsoft.com/office/drawing/2014/main" id="{6C70E300-7EF7-4192-6160-101AC3209CF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" name="Group 96">
                  <a:extLst>
                    <a:ext uri="{FF2B5EF4-FFF2-40B4-BE49-F238E27FC236}">
                      <a16:creationId xmlns:a16="http://schemas.microsoft.com/office/drawing/2014/main" id="{ED15781E-03F4-2FFB-626C-E4AB58B2321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0" name="Group 97">
                    <a:extLst>
                      <a:ext uri="{FF2B5EF4-FFF2-40B4-BE49-F238E27FC236}">
                        <a16:creationId xmlns:a16="http://schemas.microsoft.com/office/drawing/2014/main" id="{711C0C84-DC23-5A7A-87F1-8E2AE998CF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5" name="Freeform 98">
                      <a:extLst>
                        <a:ext uri="{FF2B5EF4-FFF2-40B4-BE49-F238E27FC236}">
                          <a16:creationId xmlns:a16="http://schemas.microsoft.com/office/drawing/2014/main" id="{61772784-36C5-D5CB-3FCD-340BC4385C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" name="Freeform 99">
                      <a:extLst>
                        <a:ext uri="{FF2B5EF4-FFF2-40B4-BE49-F238E27FC236}">
                          <a16:creationId xmlns:a16="http://schemas.microsoft.com/office/drawing/2014/main" id="{403B8E60-CE70-0F43-16F5-B8B61CB3D9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" name="Freeform 100">
                      <a:extLst>
                        <a:ext uri="{FF2B5EF4-FFF2-40B4-BE49-F238E27FC236}">
                          <a16:creationId xmlns:a16="http://schemas.microsoft.com/office/drawing/2014/main" id="{893A5475-120D-4E08-02AA-AFB890121D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" name="Freeform 101">
                      <a:extLst>
                        <a:ext uri="{FF2B5EF4-FFF2-40B4-BE49-F238E27FC236}">
                          <a16:creationId xmlns:a16="http://schemas.microsoft.com/office/drawing/2014/main" id="{47CFF3CF-78AB-899A-32EF-18C393183D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" name="Freeform 102">
                      <a:extLst>
                        <a:ext uri="{FF2B5EF4-FFF2-40B4-BE49-F238E27FC236}">
                          <a16:creationId xmlns:a16="http://schemas.microsoft.com/office/drawing/2014/main" id="{78E5F8B0-3B47-C6E7-964E-72D1C9C3B6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" name="Freeform 103">
                      <a:extLst>
                        <a:ext uri="{FF2B5EF4-FFF2-40B4-BE49-F238E27FC236}">
                          <a16:creationId xmlns:a16="http://schemas.microsoft.com/office/drawing/2014/main" id="{1D246D29-8EBA-BA29-D99E-55050B24B2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" name="Freeform 104">
                      <a:extLst>
                        <a:ext uri="{FF2B5EF4-FFF2-40B4-BE49-F238E27FC236}">
                          <a16:creationId xmlns:a16="http://schemas.microsoft.com/office/drawing/2014/main" id="{FBE80D42-9B19-0547-0B5F-1EE8D19860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" name="Freeform 105">
                      <a:extLst>
                        <a:ext uri="{FF2B5EF4-FFF2-40B4-BE49-F238E27FC236}">
                          <a16:creationId xmlns:a16="http://schemas.microsoft.com/office/drawing/2014/main" id="{CBA8569D-C1F5-8FBA-3FCE-4D3B8E3069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1" name="Group 106">
                    <a:extLst>
                      <a:ext uri="{FF2B5EF4-FFF2-40B4-BE49-F238E27FC236}">
                        <a16:creationId xmlns:a16="http://schemas.microsoft.com/office/drawing/2014/main" id="{DF20FF5A-0E31-5B5B-9E13-296CFE75C8A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" name="Freeform 107">
                      <a:extLst>
                        <a:ext uri="{FF2B5EF4-FFF2-40B4-BE49-F238E27FC236}">
                          <a16:creationId xmlns:a16="http://schemas.microsoft.com/office/drawing/2014/main" id="{F58B53A8-18E0-182B-1721-C001AFC3E3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" name="Freeform 108">
                      <a:extLst>
                        <a:ext uri="{FF2B5EF4-FFF2-40B4-BE49-F238E27FC236}">
                          <a16:creationId xmlns:a16="http://schemas.microsoft.com/office/drawing/2014/main" id="{4583D875-A311-1E01-3671-46E6B42B1C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4" name="Freeform 109">
                      <a:extLst>
                        <a:ext uri="{FF2B5EF4-FFF2-40B4-BE49-F238E27FC236}">
                          <a16:creationId xmlns:a16="http://schemas.microsoft.com/office/drawing/2014/main" id="{90586318-37E8-FFEF-0D88-8FD1B0AD44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5" name="Freeform 110">
                      <a:extLst>
                        <a:ext uri="{FF2B5EF4-FFF2-40B4-BE49-F238E27FC236}">
                          <a16:creationId xmlns:a16="http://schemas.microsoft.com/office/drawing/2014/main" id="{E94D5B13-FA85-9CD9-ADED-E06E007A4B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6" name="Freeform 111">
                      <a:extLst>
                        <a:ext uri="{FF2B5EF4-FFF2-40B4-BE49-F238E27FC236}">
                          <a16:creationId xmlns:a16="http://schemas.microsoft.com/office/drawing/2014/main" id="{11068A4D-C63E-4E09-2F2C-F6A8FD327B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7" name="Freeform 112">
                      <a:extLst>
                        <a:ext uri="{FF2B5EF4-FFF2-40B4-BE49-F238E27FC236}">
                          <a16:creationId xmlns:a16="http://schemas.microsoft.com/office/drawing/2014/main" id="{A8EA4651-3C41-83F8-8C66-4CCBCE4A88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8" name="Freeform 113">
                      <a:extLst>
                        <a:ext uri="{FF2B5EF4-FFF2-40B4-BE49-F238E27FC236}">
                          <a16:creationId xmlns:a16="http://schemas.microsoft.com/office/drawing/2014/main" id="{BBFA78C6-D0A7-BC1F-2CD3-C1797E40AC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" name="Freeform 114">
                      <a:extLst>
                        <a:ext uri="{FF2B5EF4-FFF2-40B4-BE49-F238E27FC236}">
                          <a16:creationId xmlns:a16="http://schemas.microsoft.com/office/drawing/2014/main" id="{BE2A5D7E-24C6-2C67-F150-892A00D9E7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7" name="WordArt 115">
                <a:extLst>
                  <a:ext uri="{FF2B5EF4-FFF2-40B4-BE49-F238E27FC236}">
                    <a16:creationId xmlns:a16="http://schemas.microsoft.com/office/drawing/2014/main" id="{498256F9-F82C-FDF5-8A03-ABDA9698B92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" name="WordArt 68">
              <a:extLst>
                <a:ext uri="{FF2B5EF4-FFF2-40B4-BE49-F238E27FC236}">
                  <a16:creationId xmlns:a16="http://schemas.microsoft.com/office/drawing/2014/main" id="{482736B2-CE13-66A5-B544-50D8688DB1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16D5824A-D704-7FE5-F4FC-141E54871064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463" name="Group 93">
              <a:extLst>
                <a:ext uri="{FF2B5EF4-FFF2-40B4-BE49-F238E27FC236}">
                  <a16:creationId xmlns:a16="http://schemas.microsoft.com/office/drawing/2014/main" id="{AD6F8BF2-D9B5-2334-F87A-786EE86F82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5" name="Group 94">
                <a:extLst>
                  <a:ext uri="{FF2B5EF4-FFF2-40B4-BE49-F238E27FC236}">
                    <a16:creationId xmlns:a16="http://schemas.microsoft.com/office/drawing/2014/main" id="{F946CB94-72E2-AD0F-A216-CB2118EA913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7" name="AutoShape 95">
                  <a:extLst>
                    <a:ext uri="{FF2B5EF4-FFF2-40B4-BE49-F238E27FC236}">
                      <a16:creationId xmlns:a16="http://schemas.microsoft.com/office/drawing/2014/main" id="{8249E009-8D3B-68EF-22B2-CFA458D9B37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8" name="Group 96">
                  <a:extLst>
                    <a:ext uri="{FF2B5EF4-FFF2-40B4-BE49-F238E27FC236}">
                      <a16:creationId xmlns:a16="http://schemas.microsoft.com/office/drawing/2014/main" id="{2DE99BD1-2A6D-CE01-6179-285BCB49FEA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9" name="Group 97">
                    <a:extLst>
                      <a:ext uri="{FF2B5EF4-FFF2-40B4-BE49-F238E27FC236}">
                        <a16:creationId xmlns:a16="http://schemas.microsoft.com/office/drawing/2014/main" id="{C04D485F-4578-0B57-1330-AA02C03919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9" name="Freeform 98">
                      <a:extLst>
                        <a:ext uri="{FF2B5EF4-FFF2-40B4-BE49-F238E27FC236}">
                          <a16:creationId xmlns:a16="http://schemas.microsoft.com/office/drawing/2014/main" id="{1BD66830-D5DC-59FE-A3A2-DAE2690548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99">
                      <a:extLst>
                        <a:ext uri="{FF2B5EF4-FFF2-40B4-BE49-F238E27FC236}">
                          <a16:creationId xmlns:a16="http://schemas.microsoft.com/office/drawing/2014/main" id="{44733FE4-7D7E-8180-672F-520CB2745F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0">
                      <a:extLst>
                        <a:ext uri="{FF2B5EF4-FFF2-40B4-BE49-F238E27FC236}">
                          <a16:creationId xmlns:a16="http://schemas.microsoft.com/office/drawing/2014/main" id="{17D566E2-D6F9-88AB-3BFA-3F374E66CB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1">
                      <a:extLst>
                        <a:ext uri="{FF2B5EF4-FFF2-40B4-BE49-F238E27FC236}">
                          <a16:creationId xmlns:a16="http://schemas.microsoft.com/office/drawing/2014/main" id="{7DB9975F-D12B-924C-ACF4-9E19570B8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2">
                      <a:extLst>
                        <a:ext uri="{FF2B5EF4-FFF2-40B4-BE49-F238E27FC236}">
                          <a16:creationId xmlns:a16="http://schemas.microsoft.com/office/drawing/2014/main" id="{E25ECE56-8D92-00C6-44EE-C2EBB7AA3B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3">
                      <a:extLst>
                        <a:ext uri="{FF2B5EF4-FFF2-40B4-BE49-F238E27FC236}">
                          <a16:creationId xmlns:a16="http://schemas.microsoft.com/office/drawing/2014/main" id="{1194CAA2-841B-0C9E-6F87-A967B602BC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5" name="Freeform 104">
                      <a:extLst>
                        <a:ext uri="{FF2B5EF4-FFF2-40B4-BE49-F238E27FC236}">
                          <a16:creationId xmlns:a16="http://schemas.microsoft.com/office/drawing/2014/main" id="{B84F4DEA-D9D8-01DB-2EB6-887FD4F5B7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6" name="Freeform 105">
                      <a:extLst>
                        <a:ext uri="{FF2B5EF4-FFF2-40B4-BE49-F238E27FC236}">
                          <a16:creationId xmlns:a16="http://schemas.microsoft.com/office/drawing/2014/main" id="{989BFB48-CB74-D760-CE49-FD805711EB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70" name="Group 106">
                    <a:extLst>
                      <a:ext uri="{FF2B5EF4-FFF2-40B4-BE49-F238E27FC236}">
                        <a16:creationId xmlns:a16="http://schemas.microsoft.com/office/drawing/2014/main" id="{D5EFBF89-A828-1704-B876-51A6A70963E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1" name="Freeform 107">
                      <a:extLst>
                        <a:ext uri="{FF2B5EF4-FFF2-40B4-BE49-F238E27FC236}">
                          <a16:creationId xmlns:a16="http://schemas.microsoft.com/office/drawing/2014/main" id="{A79D42C2-5F8C-610E-7A7E-306BC3F55D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08">
                      <a:extLst>
                        <a:ext uri="{FF2B5EF4-FFF2-40B4-BE49-F238E27FC236}">
                          <a16:creationId xmlns:a16="http://schemas.microsoft.com/office/drawing/2014/main" id="{0956926A-BE3C-A30B-359D-64A6188017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09">
                      <a:extLst>
                        <a:ext uri="{FF2B5EF4-FFF2-40B4-BE49-F238E27FC236}">
                          <a16:creationId xmlns:a16="http://schemas.microsoft.com/office/drawing/2014/main" id="{3802C70D-6DFA-E9E3-883D-DD45CBDD2F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0">
                      <a:extLst>
                        <a:ext uri="{FF2B5EF4-FFF2-40B4-BE49-F238E27FC236}">
                          <a16:creationId xmlns:a16="http://schemas.microsoft.com/office/drawing/2014/main" id="{543CC037-4EA6-998E-BF27-5A8F292DC1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1">
                      <a:extLst>
                        <a:ext uri="{FF2B5EF4-FFF2-40B4-BE49-F238E27FC236}">
                          <a16:creationId xmlns:a16="http://schemas.microsoft.com/office/drawing/2014/main" id="{92BC725B-2BA9-658C-D662-DE7963E66A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2">
                      <a:extLst>
                        <a:ext uri="{FF2B5EF4-FFF2-40B4-BE49-F238E27FC236}">
                          <a16:creationId xmlns:a16="http://schemas.microsoft.com/office/drawing/2014/main" id="{0B6F556A-2077-89F8-729B-9F292ECF0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7" name="Freeform 113">
                      <a:extLst>
                        <a:ext uri="{FF2B5EF4-FFF2-40B4-BE49-F238E27FC236}">
                          <a16:creationId xmlns:a16="http://schemas.microsoft.com/office/drawing/2014/main" id="{7CE05DF7-F61B-E22A-94EE-66282DC01F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114">
                      <a:extLst>
                        <a:ext uri="{FF2B5EF4-FFF2-40B4-BE49-F238E27FC236}">
                          <a16:creationId xmlns:a16="http://schemas.microsoft.com/office/drawing/2014/main" id="{CA2F37A8-9737-0223-DEDB-D4408C0818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6" name="WordArt 115">
                <a:extLst>
                  <a:ext uri="{FF2B5EF4-FFF2-40B4-BE49-F238E27FC236}">
                    <a16:creationId xmlns:a16="http://schemas.microsoft.com/office/drawing/2014/main" id="{102173DA-6810-2881-F076-D9FEA2CF09F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4" name="WordArt 68">
              <a:extLst>
                <a:ext uri="{FF2B5EF4-FFF2-40B4-BE49-F238E27FC236}">
                  <a16:creationId xmlns:a16="http://schemas.microsoft.com/office/drawing/2014/main" id="{CB69D0B6-2351-7461-9DA1-9D7E009C44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AFCB2284-FEEE-A362-88E7-4B9035C746A2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488" name="Group 93">
              <a:extLst>
                <a:ext uri="{FF2B5EF4-FFF2-40B4-BE49-F238E27FC236}">
                  <a16:creationId xmlns:a16="http://schemas.microsoft.com/office/drawing/2014/main" id="{5AB6B22E-031B-3346-8988-4D69BA5A31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0" name="Group 94">
                <a:extLst>
                  <a:ext uri="{FF2B5EF4-FFF2-40B4-BE49-F238E27FC236}">
                    <a16:creationId xmlns:a16="http://schemas.microsoft.com/office/drawing/2014/main" id="{93560F86-3EF7-7E73-0C09-115CB1BD527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2" name="AutoShape 95">
                  <a:extLst>
                    <a:ext uri="{FF2B5EF4-FFF2-40B4-BE49-F238E27FC236}">
                      <a16:creationId xmlns:a16="http://schemas.microsoft.com/office/drawing/2014/main" id="{CCA8A379-14FC-658E-C4D5-B7CF940AEC1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93" name="Group 96">
                  <a:extLst>
                    <a:ext uri="{FF2B5EF4-FFF2-40B4-BE49-F238E27FC236}">
                      <a16:creationId xmlns:a16="http://schemas.microsoft.com/office/drawing/2014/main" id="{14178D5C-FBC1-F716-5587-BE77AF413D4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94" name="Group 97">
                    <a:extLst>
                      <a:ext uri="{FF2B5EF4-FFF2-40B4-BE49-F238E27FC236}">
                        <a16:creationId xmlns:a16="http://schemas.microsoft.com/office/drawing/2014/main" id="{B4097F14-FCF0-E25F-9D19-C374D272075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04" name="Freeform 98">
                      <a:extLst>
                        <a:ext uri="{FF2B5EF4-FFF2-40B4-BE49-F238E27FC236}">
                          <a16:creationId xmlns:a16="http://schemas.microsoft.com/office/drawing/2014/main" id="{88A96573-971E-1124-9E48-05BED9BD5B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5" name="Freeform 99">
                      <a:extLst>
                        <a:ext uri="{FF2B5EF4-FFF2-40B4-BE49-F238E27FC236}">
                          <a16:creationId xmlns:a16="http://schemas.microsoft.com/office/drawing/2014/main" id="{0B0F85DC-1247-5554-EC91-432C682785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6" name="Freeform 100">
                      <a:extLst>
                        <a:ext uri="{FF2B5EF4-FFF2-40B4-BE49-F238E27FC236}">
                          <a16:creationId xmlns:a16="http://schemas.microsoft.com/office/drawing/2014/main" id="{975ADA4C-E266-992D-B74F-0F0221E4BD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7" name="Freeform 101">
                      <a:extLst>
                        <a:ext uri="{FF2B5EF4-FFF2-40B4-BE49-F238E27FC236}">
                          <a16:creationId xmlns:a16="http://schemas.microsoft.com/office/drawing/2014/main" id="{F4110955-6B44-16C6-74E5-C0A5ABC43E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8" name="Freeform 102">
                      <a:extLst>
                        <a:ext uri="{FF2B5EF4-FFF2-40B4-BE49-F238E27FC236}">
                          <a16:creationId xmlns:a16="http://schemas.microsoft.com/office/drawing/2014/main" id="{EBA021E8-C455-F02E-8D72-40A3833D88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9" name="Freeform 103">
                      <a:extLst>
                        <a:ext uri="{FF2B5EF4-FFF2-40B4-BE49-F238E27FC236}">
                          <a16:creationId xmlns:a16="http://schemas.microsoft.com/office/drawing/2014/main" id="{309C9C43-9C3C-A510-FB15-6A510433D8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0" name="Freeform 104">
                      <a:extLst>
                        <a:ext uri="{FF2B5EF4-FFF2-40B4-BE49-F238E27FC236}">
                          <a16:creationId xmlns:a16="http://schemas.microsoft.com/office/drawing/2014/main" id="{52E34F94-7E21-7257-4411-4EEA587214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1" name="Freeform 105">
                      <a:extLst>
                        <a:ext uri="{FF2B5EF4-FFF2-40B4-BE49-F238E27FC236}">
                          <a16:creationId xmlns:a16="http://schemas.microsoft.com/office/drawing/2014/main" id="{3FB3D903-2581-BD68-0859-9F0EC184F6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95" name="Group 106">
                    <a:extLst>
                      <a:ext uri="{FF2B5EF4-FFF2-40B4-BE49-F238E27FC236}">
                        <a16:creationId xmlns:a16="http://schemas.microsoft.com/office/drawing/2014/main" id="{E6F29A0F-1652-BB70-8E6A-323BA1ED90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96" name="Freeform 107">
                      <a:extLst>
                        <a:ext uri="{FF2B5EF4-FFF2-40B4-BE49-F238E27FC236}">
                          <a16:creationId xmlns:a16="http://schemas.microsoft.com/office/drawing/2014/main" id="{A1870A14-B513-3054-0EAF-8AE286B822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7" name="Freeform 108">
                      <a:extLst>
                        <a:ext uri="{FF2B5EF4-FFF2-40B4-BE49-F238E27FC236}">
                          <a16:creationId xmlns:a16="http://schemas.microsoft.com/office/drawing/2014/main" id="{F8CCBC76-033C-2488-A24F-8D41B09078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8" name="Freeform 109">
                      <a:extLst>
                        <a:ext uri="{FF2B5EF4-FFF2-40B4-BE49-F238E27FC236}">
                          <a16:creationId xmlns:a16="http://schemas.microsoft.com/office/drawing/2014/main" id="{D013A4AA-C6CB-0E03-8EE6-1B9E0B9E9B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9" name="Freeform 110">
                      <a:extLst>
                        <a:ext uri="{FF2B5EF4-FFF2-40B4-BE49-F238E27FC236}">
                          <a16:creationId xmlns:a16="http://schemas.microsoft.com/office/drawing/2014/main" id="{AA425B37-F1B0-6E22-5A0E-94FD4B005B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0" name="Freeform 111">
                      <a:extLst>
                        <a:ext uri="{FF2B5EF4-FFF2-40B4-BE49-F238E27FC236}">
                          <a16:creationId xmlns:a16="http://schemas.microsoft.com/office/drawing/2014/main" id="{ABA2E9A3-1B18-1A5D-4AA4-3D393D13E5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1" name="Freeform 112">
                      <a:extLst>
                        <a:ext uri="{FF2B5EF4-FFF2-40B4-BE49-F238E27FC236}">
                          <a16:creationId xmlns:a16="http://schemas.microsoft.com/office/drawing/2014/main" id="{EF389852-1CAE-BA80-365E-1BE520FD29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2" name="Freeform 113">
                      <a:extLst>
                        <a:ext uri="{FF2B5EF4-FFF2-40B4-BE49-F238E27FC236}">
                          <a16:creationId xmlns:a16="http://schemas.microsoft.com/office/drawing/2014/main" id="{3ACA5DEA-406C-14F0-06B4-DE500217F1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3" name="Freeform 114">
                      <a:extLst>
                        <a:ext uri="{FF2B5EF4-FFF2-40B4-BE49-F238E27FC236}">
                          <a16:creationId xmlns:a16="http://schemas.microsoft.com/office/drawing/2014/main" id="{6B99CFC9-4CC6-BA05-1C65-EAA94CFD12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91" name="WordArt 115">
                <a:extLst>
                  <a:ext uri="{FF2B5EF4-FFF2-40B4-BE49-F238E27FC236}">
                    <a16:creationId xmlns:a16="http://schemas.microsoft.com/office/drawing/2014/main" id="{D41E846B-13D6-B62C-611A-28D91B4B5F1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89" name="WordArt 68">
              <a:extLst>
                <a:ext uri="{FF2B5EF4-FFF2-40B4-BE49-F238E27FC236}">
                  <a16:creationId xmlns:a16="http://schemas.microsoft.com/office/drawing/2014/main" id="{2298B1FA-BD46-61CD-8459-619640FBD07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C835FDD-7BE5-7D0F-DF59-25A8E70F3C1B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129" name="Group 93">
              <a:extLst>
                <a:ext uri="{FF2B5EF4-FFF2-40B4-BE49-F238E27FC236}">
                  <a16:creationId xmlns:a16="http://schemas.microsoft.com/office/drawing/2014/main" id="{909BB6F9-0919-25C8-17A1-D095328BC5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31" name="Group 94">
                <a:extLst>
                  <a:ext uri="{FF2B5EF4-FFF2-40B4-BE49-F238E27FC236}">
                    <a16:creationId xmlns:a16="http://schemas.microsoft.com/office/drawing/2014/main" id="{4AAB4179-2F45-EA8B-AB8E-2E339C5BDD9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33" name="AutoShape 95">
                  <a:extLst>
                    <a:ext uri="{FF2B5EF4-FFF2-40B4-BE49-F238E27FC236}">
                      <a16:creationId xmlns:a16="http://schemas.microsoft.com/office/drawing/2014/main" id="{5EFD1815-5240-5DC2-1EDE-98EFE7FA2EF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4" name="Group 96">
                  <a:extLst>
                    <a:ext uri="{FF2B5EF4-FFF2-40B4-BE49-F238E27FC236}">
                      <a16:creationId xmlns:a16="http://schemas.microsoft.com/office/drawing/2014/main" id="{8897E251-4A9E-4A6D-D96F-3F579773187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35" name="Group 97">
                    <a:extLst>
                      <a:ext uri="{FF2B5EF4-FFF2-40B4-BE49-F238E27FC236}">
                        <a16:creationId xmlns:a16="http://schemas.microsoft.com/office/drawing/2014/main" id="{AA392BA1-5D63-711E-AB91-97A235DB9EF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45" name="Freeform 98">
                      <a:extLst>
                        <a:ext uri="{FF2B5EF4-FFF2-40B4-BE49-F238E27FC236}">
                          <a16:creationId xmlns:a16="http://schemas.microsoft.com/office/drawing/2014/main" id="{9B7FDE13-4468-97F5-4A4F-B4C2F90B42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6" name="Freeform 99">
                      <a:extLst>
                        <a:ext uri="{FF2B5EF4-FFF2-40B4-BE49-F238E27FC236}">
                          <a16:creationId xmlns:a16="http://schemas.microsoft.com/office/drawing/2014/main" id="{613A7311-406E-260F-355B-5627BD6547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7" name="Freeform 100">
                      <a:extLst>
                        <a:ext uri="{FF2B5EF4-FFF2-40B4-BE49-F238E27FC236}">
                          <a16:creationId xmlns:a16="http://schemas.microsoft.com/office/drawing/2014/main" id="{6B5E6BF3-F5F3-0184-3C99-8EF15A4D446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8" name="Freeform 101">
                      <a:extLst>
                        <a:ext uri="{FF2B5EF4-FFF2-40B4-BE49-F238E27FC236}">
                          <a16:creationId xmlns:a16="http://schemas.microsoft.com/office/drawing/2014/main" id="{FFC225FD-53E5-9866-A8B9-F1BF13D410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9" name="Freeform 102">
                      <a:extLst>
                        <a:ext uri="{FF2B5EF4-FFF2-40B4-BE49-F238E27FC236}">
                          <a16:creationId xmlns:a16="http://schemas.microsoft.com/office/drawing/2014/main" id="{DEA3B6DC-24DF-C7EA-A189-EE22A8AA55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0" name="Freeform 103">
                      <a:extLst>
                        <a:ext uri="{FF2B5EF4-FFF2-40B4-BE49-F238E27FC236}">
                          <a16:creationId xmlns:a16="http://schemas.microsoft.com/office/drawing/2014/main" id="{81E4615C-A00B-B847-9230-794284F43C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1" name="Freeform 104">
                      <a:extLst>
                        <a:ext uri="{FF2B5EF4-FFF2-40B4-BE49-F238E27FC236}">
                          <a16:creationId xmlns:a16="http://schemas.microsoft.com/office/drawing/2014/main" id="{77C76B1D-8676-05ED-359B-583D9C2FEF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2" name="Freeform 105">
                      <a:extLst>
                        <a:ext uri="{FF2B5EF4-FFF2-40B4-BE49-F238E27FC236}">
                          <a16:creationId xmlns:a16="http://schemas.microsoft.com/office/drawing/2014/main" id="{87D72879-8FB6-5B93-81E8-B2BB9AA47C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36" name="Group 106">
                    <a:extLst>
                      <a:ext uri="{FF2B5EF4-FFF2-40B4-BE49-F238E27FC236}">
                        <a16:creationId xmlns:a16="http://schemas.microsoft.com/office/drawing/2014/main" id="{9C783341-5BB8-C5BA-05C3-70042201E21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37" name="Freeform 107">
                      <a:extLst>
                        <a:ext uri="{FF2B5EF4-FFF2-40B4-BE49-F238E27FC236}">
                          <a16:creationId xmlns:a16="http://schemas.microsoft.com/office/drawing/2014/main" id="{8A56CD9F-48C3-ECCC-B8CC-011F5C4730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8" name="Freeform 108">
                      <a:extLst>
                        <a:ext uri="{FF2B5EF4-FFF2-40B4-BE49-F238E27FC236}">
                          <a16:creationId xmlns:a16="http://schemas.microsoft.com/office/drawing/2014/main" id="{A6F4514E-4687-BE20-BFC1-A50603732C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9" name="Freeform 109">
                      <a:extLst>
                        <a:ext uri="{FF2B5EF4-FFF2-40B4-BE49-F238E27FC236}">
                          <a16:creationId xmlns:a16="http://schemas.microsoft.com/office/drawing/2014/main" id="{0E1B30FA-60FF-A2DF-7C14-FB8623EA14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0" name="Freeform 110">
                      <a:extLst>
                        <a:ext uri="{FF2B5EF4-FFF2-40B4-BE49-F238E27FC236}">
                          <a16:creationId xmlns:a16="http://schemas.microsoft.com/office/drawing/2014/main" id="{9B46D7B3-65A5-298E-3CD4-0061403D2F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1" name="Freeform 111">
                      <a:extLst>
                        <a:ext uri="{FF2B5EF4-FFF2-40B4-BE49-F238E27FC236}">
                          <a16:creationId xmlns:a16="http://schemas.microsoft.com/office/drawing/2014/main" id="{12AAA7B7-7F62-A37F-A1F1-7459CCFCA7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2" name="Freeform 112">
                      <a:extLst>
                        <a:ext uri="{FF2B5EF4-FFF2-40B4-BE49-F238E27FC236}">
                          <a16:creationId xmlns:a16="http://schemas.microsoft.com/office/drawing/2014/main" id="{667E5EF5-B825-CEE5-F6A5-5E60BA0AF2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3" name="Freeform 113">
                      <a:extLst>
                        <a:ext uri="{FF2B5EF4-FFF2-40B4-BE49-F238E27FC236}">
                          <a16:creationId xmlns:a16="http://schemas.microsoft.com/office/drawing/2014/main" id="{B2D388DF-D025-A517-4B62-9FE4066F62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4" name="Freeform 114">
                      <a:extLst>
                        <a:ext uri="{FF2B5EF4-FFF2-40B4-BE49-F238E27FC236}">
                          <a16:creationId xmlns:a16="http://schemas.microsoft.com/office/drawing/2014/main" id="{704EA9DF-BF3C-F9BC-BCE6-F53B27EE04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32" name="WordArt 115">
                <a:extLst>
                  <a:ext uri="{FF2B5EF4-FFF2-40B4-BE49-F238E27FC236}">
                    <a16:creationId xmlns:a16="http://schemas.microsoft.com/office/drawing/2014/main" id="{A6358A54-46F8-4E6A-D379-309C54E6282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30" name="WordArt 68">
              <a:extLst>
                <a:ext uri="{FF2B5EF4-FFF2-40B4-BE49-F238E27FC236}">
                  <a16:creationId xmlns:a16="http://schemas.microsoft.com/office/drawing/2014/main" id="{0F3CCA5B-BD38-A93C-CE11-419A0FEBC7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0F29241-8B63-4ADD-49D9-A65F34C573AD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154" name="Group 93">
              <a:extLst>
                <a:ext uri="{FF2B5EF4-FFF2-40B4-BE49-F238E27FC236}">
                  <a16:creationId xmlns:a16="http://schemas.microsoft.com/office/drawing/2014/main" id="{BF27B361-292D-D5FC-CF02-2995680E40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56" name="Group 94">
                <a:extLst>
                  <a:ext uri="{FF2B5EF4-FFF2-40B4-BE49-F238E27FC236}">
                    <a16:creationId xmlns:a16="http://schemas.microsoft.com/office/drawing/2014/main" id="{621BBE7F-902D-88F2-B972-C8FE18A9EE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3" name="AutoShape 95">
                  <a:extLst>
                    <a:ext uri="{FF2B5EF4-FFF2-40B4-BE49-F238E27FC236}">
                      <a16:creationId xmlns:a16="http://schemas.microsoft.com/office/drawing/2014/main" id="{7A2005DA-B8E9-059A-3743-3DAEBF24578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4" name="Group 96">
                  <a:extLst>
                    <a:ext uri="{FF2B5EF4-FFF2-40B4-BE49-F238E27FC236}">
                      <a16:creationId xmlns:a16="http://schemas.microsoft.com/office/drawing/2014/main" id="{BD83AC12-B8B4-D86E-F8D7-7B8325075A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85" name="Group 97">
                    <a:extLst>
                      <a:ext uri="{FF2B5EF4-FFF2-40B4-BE49-F238E27FC236}">
                        <a16:creationId xmlns:a16="http://schemas.microsoft.com/office/drawing/2014/main" id="{D7BD3A83-C22A-8523-BAE5-AF27A6F217E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00" name="Freeform 98">
                      <a:extLst>
                        <a:ext uri="{FF2B5EF4-FFF2-40B4-BE49-F238E27FC236}">
                          <a16:creationId xmlns:a16="http://schemas.microsoft.com/office/drawing/2014/main" id="{51D82561-0FEF-C331-66CD-55038DE154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1" name="Freeform 99">
                      <a:extLst>
                        <a:ext uri="{FF2B5EF4-FFF2-40B4-BE49-F238E27FC236}">
                          <a16:creationId xmlns:a16="http://schemas.microsoft.com/office/drawing/2014/main" id="{E291AAE5-3A36-8D4B-4244-9161D1164A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2" name="Freeform 100">
                      <a:extLst>
                        <a:ext uri="{FF2B5EF4-FFF2-40B4-BE49-F238E27FC236}">
                          <a16:creationId xmlns:a16="http://schemas.microsoft.com/office/drawing/2014/main" id="{22279478-30EA-392C-DE51-A6CFA636A0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3" name="Freeform 101">
                      <a:extLst>
                        <a:ext uri="{FF2B5EF4-FFF2-40B4-BE49-F238E27FC236}">
                          <a16:creationId xmlns:a16="http://schemas.microsoft.com/office/drawing/2014/main" id="{E17DED52-C476-A293-4903-E42C2F67B5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4" name="Freeform 102">
                      <a:extLst>
                        <a:ext uri="{FF2B5EF4-FFF2-40B4-BE49-F238E27FC236}">
                          <a16:creationId xmlns:a16="http://schemas.microsoft.com/office/drawing/2014/main" id="{D9D24802-54BF-F2A8-ABD7-FC2EE70D11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5" name="Freeform 103">
                      <a:extLst>
                        <a:ext uri="{FF2B5EF4-FFF2-40B4-BE49-F238E27FC236}">
                          <a16:creationId xmlns:a16="http://schemas.microsoft.com/office/drawing/2014/main" id="{08817791-47A7-16CB-3914-23D6DFDE01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6" name="Freeform 104">
                      <a:extLst>
                        <a:ext uri="{FF2B5EF4-FFF2-40B4-BE49-F238E27FC236}">
                          <a16:creationId xmlns:a16="http://schemas.microsoft.com/office/drawing/2014/main" id="{C9AA34A5-1B88-4222-52BE-06B9AE5EE8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7" name="Freeform 105">
                      <a:extLst>
                        <a:ext uri="{FF2B5EF4-FFF2-40B4-BE49-F238E27FC236}">
                          <a16:creationId xmlns:a16="http://schemas.microsoft.com/office/drawing/2014/main" id="{5A445B23-11C6-E21F-6313-D5963B494D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86" name="Group 106">
                    <a:extLst>
                      <a:ext uri="{FF2B5EF4-FFF2-40B4-BE49-F238E27FC236}">
                        <a16:creationId xmlns:a16="http://schemas.microsoft.com/office/drawing/2014/main" id="{B2DA9222-2BE2-CB1D-D450-4B7137C136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87" name="Freeform 107">
                      <a:extLst>
                        <a:ext uri="{FF2B5EF4-FFF2-40B4-BE49-F238E27FC236}">
                          <a16:creationId xmlns:a16="http://schemas.microsoft.com/office/drawing/2014/main" id="{8F2FA682-7963-D82A-CE49-C24C84BAA2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9" name="Freeform 108">
                      <a:extLst>
                        <a:ext uri="{FF2B5EF4-FFF2-40B4-BE49-F238E27FC236}">
                          <a16:creationId xmlns:a16="http://schemas.microsoft.com/office/drawing/2014/main" id="{AD138C43-DB13-0122-ECB6-C52D2AD778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0" name="Freeform 109">
                      <a:extLst>
                        <a:ext uri="{FF2B5EF4-FFF2-40B4-BE49-F238E27FC236}">
                          <a16:creationId xmlns:a16="http://schemas.microsoft.com/office/drawing/2014/main" id="{28B92712-2783-29A2-6030-6992F0291E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1" name="Freeform 110">
                      <a:extLst>
                        <a:ext uri="{FF2B5EF4-FFF2-40B4-BE49-F238E27FC236}">
                          <a16:creationId xmlns:a16="http://schemas.microsoft.com/office/drawing/2014/main" id="{B0D9D83A-9464-3794-F0DB-D0D5A75494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2" name="Freeform 111">
                      <a:extLst>
                        <a:ext uri="{FF2B5EF4-FFF2-40B4-BE49-F238E27FC236}">
                          <a16:creationId xmlns:a16="http://schemas.microsoft.com/office/drawing/2014/main" id="{5261EC06-C985-017F-AFDA-F1C20D2AD3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3" name="Freeform 112">
                      <a:extLst>
                        <a:ext uri="{FF2B5EF4-FFF2-40B4-BE49-F238E27FC236}">
                          <a16:creationId xmlns:a16="http://schemas.microsoft.com/office/drawing/2014/main" id="{884E24A5-70F9-F8E9-878A-65B36E13E7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4" name="Freeform 113">
                      <a:extLst>
                        <a:ext uri="{FF2B5EF4-FFF2-40B4-BE49-F238E27FC236}">
                          <a16:creationId xmlns:a16="http://schemas.microsoft.com/office/drawing/2014/main" id="{B1D311F5-28B8-3F8A-FAFB-AFBAA1FA4E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5" name="Freeform 114">
                      <a:extLst>
                        <a:ext uri="{FF2B5EF4-FFF2-40B4-BE49-F238E27FC236}">
                          <a16:creationId xmlns:a16="http://schemas.microsoft.com/office/drawing/2014/main" id="{AA094282-8641-FBC3-B2EB-EEC2A94630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82" name="WordArt 115">
                <a:extLst>
                  <a:ext uri="{FF2B5EF4-FFF2-40B4-BE49-F238E27FC236}">
                    <a16:creationId xmlns:a16="http://schemas.microsoft.com/office/drawing/2014/main" id="{4E000C74-2BE5-D8E0-0C46-4DF4B3091B8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5" name="WordArt 68">
              <a:extLst>
                <a:ext uri="{FF2B5EF4-FFF2-40B4-BE49-F238E27FC236}">
                  <a16:creationId xmlns:a16="http://schemas.microsoft.com/office/drawing/2014/main" id="{8190F2E4-1E44-C697-9510-972394970A9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9091868-A430-02B1-DF59-7D6C572F40EE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209" name="Group 93">
              <a:extLst>
                <a:ext uri="{FF2B5EF4-FFF2-40B4-BE49-F238E27FC236}">
                  <a16:creationId xmlns:a16="http://schemas.microsoft.com/office/drawing/2014/main" id="{132F7CAC-452B-7855-1021-1AFE46CC8A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6" name="Group 94">
                <a:extLst>
                  <a:ext uri="{FF2B5EF4-FFF2-40B4-BE49-F238E27FC236}">
                    <a16:creationId xmlns:a16="http://schemas.microsoft.com/office/drawing/2014/main" id="{6DC0CD3E-E14F-722A-790E-6A18F239289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38" name="AutoShape 95">
                  <a:extLst>
                    <a:ext uri="{FF2B5EF4-FFF2-40B4-BE49-F238E27FC236}">
                      <a16:creationId xmlns:a16="http://schemas.microsoft.com/office/drawing/2014/main" id="{AADCC859-0029-6DDF-227C-9EA0633773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9" name="Group 96">
                  <a:extLst>
                    <a:ext uri="{FF2B5EF4-FFF2-40B4-BE49-F238E27FC236}">
                      <a16:creationId xmlns:a16="http://schemas.microsoft.com/office/drawing/2014/main" id="{9ADAC22A-AC95-78D8-DA85-B425F966228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44" name="Group 97">
                    <a:extLst>
                      <a:ext uri="{FF2B5EF4-FFF2-40B4-BE49-F238E27FC236}">
                        <a16:creationId xmlns:a16="http://schemas.microsoft.com/office/drawing/2014/main" id="{9C6613A2-1FC1-F442-4679-D2DE1CBDB1F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60" name="Freeform 98">
                      <a:extLst>
                        <a:ext uri="{FF2B5EF4-FFF2-40B4-BE49-F238E27FC236}">
                          <a16:creationId xmlns:a16="http://schemas.microsoft.com/office/drawing/2014/main" id="{A6332124-0248-1AFE-362E-906B128E52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1" name="Freeform 99">
                      <a:extLst>
                        <a:ext uri="{FF2B5EF4-FFF2-40B4-BE49-F238E27FC236}">
                          <a16:creationId xmlns:a16="http://schemas.microsoft.com/office/drawing/2014/main" id="{CCFD15D2-3018-8FDA-0D20-D552F40951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2" name="Freeform 100">
                      <a:extLst>
                        <a:ext uri="{FF2B5EF4-FFF2-40B4-BE49-F238E27FC236}">
                          <a16:creationId xmlns:a16="http://schemas.microsoft.com/office/drawing/2014/main" id="{F0ACB1A5-6E98-6E4F-25D6-3FE50EB0198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4" name="Freeform 101">
                      <a:extLst>
                        <a:ext uri="{FF2B5EF4-FFF2-40B4-BE49-F238E27FC236}">
                          <a16:creationId xmlns:a16="http://schemas.microsoft.com/office/drawing/2014/main" id="{80F58DB3-BD17-C1CA-DD7A-2A336ED6C8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5" name="Freeform 102">
                      <a:extLst>
                        <a:ext uri="{FF2B5EF4-FFF2-40B4-BE49-F238E27FC236}">
                          <a16:creationId xmlns:a16="http://schemas.microsoft.com/office/drawing/2014/main" id="{46A7F653-E629-3752-9221-E2D440ED13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7" name="Freeform 103">
                      <a:extLst>
                        <a:ext uri="{FF2B5EF4-FFF2-40B4-BE49-F238E27FC236}">
                          <a16:creationId xmlns:a16="http://schemas.microsoft.com/office/drawing/2014/main" id="{20B11250-5FA8-B19D-3DAA-F09F7907BF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8" name="Freeform 104">
                      <a:extLst>
                        <a:ext uri="{FF2B5EF4-FFF2-40B4-BE49-F238E27FC236}">
                          <a16:creationId xmlns:a16="http://schemas.microsoft.com/office/drawing/2014/main" id="{CC5AE59F-CE99-D3EB-3633-05EF75BE09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0" name="Freeform 105">
                      <a:extLst>
                        <a:ext uri="{FF2B5EF4-FFF2-40B4-BE49-F238E27FC236}">
                          <a16:creationId xmlns:a16="http://schemas.microsoft.com/office/drawing/2014/main" id="{ABE6F814-A0CC-6FCA-4412-67BF579A86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45" name="Group 106">
                    <a:extLst>
                      <a:ext uri="{FF2B5EF4-FFF2-40B4-BE49-F238E27FC236}">
                        <a16:creationId xmlns:a16="http://schemas.microsoft.com/office/drawing/2014/main" id="{9AD239A1-7721-CC26-121E-9C9F4ED5A4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46" name="Freeform 107">
                      <a:extLst>
                        <a:ext uri="{FF2B5EF4-FFF2-40B4-BE49-F238E27FC236}">
                          <a16:creationId xmlns:a16="http://schemas.microsoft.com/office/drawing/2014/main" id="{80634CD3-3705-6563-0CB5-2D871B2817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7" name="Freeform 108">
                      <a:extLst>
                        <a:ext uri="{FF2B5EF4-FFF2-40B4-BE49-F238E27FC236}">
                          <a16:creationId xmlns:a16="http://schemas.microsoft.com/office/drawing/2014/main" id="{AF640311-7A22-A24D-D60E-518288A1F8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8" name="Freeform 109">
                      <a:extLst>
                        <a:ext uri="{FF2B5EF4-FFF2-40B4-BE49-F238E27FC236}">
                          <a16:creationId xmlns:a16="http://schemas.microsoft.com/office/drawing/2014/main" id="{44CD6FDA-2074-46DE-CACA-5A12BDBC64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3" name="Freeform 110">
                      <a:extLst>
                        <a:ext uri="{FF2B5EF4-FFF2-40B4-BE49-F238E27FC236}">
                          <a16:creationId xmlns:a16="http://schemas.microsoft.com/office/drawing/2014/main" id="{C0DFE91B-94B0-F936-F0B9-9CF1330141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4" name="Freeform 111">
                      <a:extLst>
                        <a:ext uri="{FF2B5EF4-FFF2-40B4-BE49-F238E27FC236}">
                          <a16:creationId xmlns:a16="http://schemas.microsoft.com/office/drawing/2014/main" id="{D18CE20C-0A56-F2EA-8A9E-D04132E983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6" name="Freeform 112">
                      <a:extLst>
                        <a:ext uri="{FF2B5EF4-FFF2-40B4-BE49-F238E27FC236}">
                          <a16:creationId xmlns:a16="http://schemas.microsoft.com/office/drawing/2014/main" id="{DE25D29A-733F-6356-158C-DA705D489C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7" name="Freeform 113">
                      <a:extLst>
                        <a:ext uri="{FF2B5EF4-FFF2-40B4-BE49-F238E27FC236}">
                          <a16:creationId xmlns:a16="http://schemas.microsoft.com/office/drawing/2014/main" id="{42FB463D-AFB8-FDBE-A17E-FB0FB716D9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8" name="Freeform 114">
                      <a:extLst>
                        <a:ext uri="{FF2B5EF4-FFF2-40B4-BE49-F238E27FC236}">
                          <a16:creationId xmlns:a16="http://schemas.microsoft.com/office/drawing/2014/main" id="{228BBA72-8C78-CEE4-FC4F-72A5D4E648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7" name="WordArt 115">
                <a:extLst>
                  <a:ext uri="{FF2B5EF4-FFF2-40B4-BE49-F238E27FC236}">
                    <a16:creationId xmlns:a16="http://schemas.microsoft.com/office/drawing/2014/main" id="{A6A3BF98-2B7D-83F8-3E1A-BF71035BB9A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35" name="WordArt 68">
              <a:extLst>
                <a:ext uri="{FF2B5EF4-FFF2-40B4-BE49-F238E27FC236}">
                  <a16:creationId xmlns:a16="http://schemas.microsoft.com/office/drawing/2014/main" id="{59A3D262-ADD2-B463-2DEA-9963206ADA5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43B273-603D-F1E3-9FD3-3B51683C8C5C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BCE247-3CC7-DEB8-DA92-F95269AB0D66}"/>
              </a:ext>
            </a:extLst>
          </p:cNvPr>
          <p:cNvCxnSpPr>
            <a:cxnSpLocks/>
            <a:stCxn id="3" idx="2"/>
            <a:endCxn id="162" idx="1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3E1519C-D321-E614-D344-FEB7D8449D59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961668-062C-772C-6D1B-56B85F87737B}"/>
              </a:ext>
            </a:extLst>
          </p:cNvPr>
          <p:cNvSpPr txBox="1"/>
          <p:nvPr/>
        </p:nvSpPr>
        <p:spPr>
          <a:xfrm>
            <a:off x="8594697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A51AF-D140-F213-381D-27208D4C485B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59FB1D-DBD6-ED11-8088-6B0A6D801913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3FD6A57-DF35-1621-4278-8CE783F89CF7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48" name="Group 93">
              <a:extLst>
                <a:ext uri="{FF2B5EF4-FFF2-40B4-BE49-F238E27FC236}">
                  <a16:creationId xmlns:a16="http://schemas.microsoft.com/office/drawing/2014/main" id="{EA331D6A-4D04-715D-5DB5-7A488BC6B6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0" name="Group 94">
                <a:extLst>
                  <a:ext uri="{FF2B5EF4-FFF2-40B4-BE49-F238E27FC236}">
                    <a16:creationId xmlns:a16="http://schemas.microsoft.com/office/drawing/2014/main" id="{F7C8CA1E-6862-0331-4E72-82622F85D5F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" name="AutoShape 95">
                  <a:extLst>
                    <a:ext uri="{FF2B5EF4-FFF2-40B4-BE49-F238E27FC236}">
                      <a16:creationId xmlns:a16="http://schemas.microsoft.com/office/drawing/2014/main" id="{0A6FFDA5-64DF-3551-0D09-75ED477F0AE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3" name="Group 96">
                  <a:extLst>
                    <a:ext uri="{FF2B5EF4-FFF2-40B4-BE49-F238E27FC236}">
                      <a16:creationId xmlns:a16="http://schemas.microsoft.com/office/drawing/2014/main" id="{AC253519-00C5-BB38-E0A2-877033DFE61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4" name="Group 97">
                    <a:extLst>
                      <a:ext uri="{FF2B5EF4-FFF2-40B4-BE49-F238E27FC236}">
                        <a16:creationId xmlns:a16="http://schemas.microsoft.com/office/drawing/2014/main" id="{F3F5BE61-267E-D37D-6B66-F927B0192C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59" name="Freeform 98">
                      <a:extLst>
                        <a:ext uri="{FF2B5EF4-FFF2-40B4-BE49-F238E27FC236}">
                          <a16:creationId xmlns:a16="http://schemas.microsoft.com/office/drawing/2014/main" id="{EBA0CF99-1A3A-1F22-BA29-CE0EECB5CC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0" name="Freeform 99">
                      <a:extLst>
                        <a:ext uri="{FF2B5EF4-FFF2-40B4-BE49-F238E27FC236}">
                          <a16:creationId xmlns:a16="http://schemas.microsoft.com/office/drawing/2014/main" id="{F0B09B8F-F1E5-DAEE-76EF-C7B4432940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1" name="Freeform 100">
                      <a:extLst>
                        <a:ext uri="{FF2B5EF4-FFF2-40B4-BE49-F238E27FC236}">
                          <a16:creationId xmlns:a16="http://schemas.microsoft.com/office/drawing/2014/main" id="{7A83B7B3-A949-3622-F499-42A84261CA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10" name="Freeform 101">
                      <a:extLst>
                        <a:ext uri="{FF2B5EF4-FFF2-40B4-BE49-F238E27FC236}">
                          <a16:creationId xmlns:a16="http://schemas.microsoft.com/office/drawing/2014/main" id="{AFCD3430-C23C-BA12-44BA-83EEAC43AC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11" name="Freeform 102">
                      <a:extLst>
                        <a:ext uri="{FF2B5EF4-FFF2-40B4-BE49-F238E27FC236}">
                          <a16:creationId xmlns:a16="http://schemas.microsoft.com/office/drawing/2014/main" id="{E5A27740-C5FE-98F7-269E-827E0B99D9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12" name="Freeform 103">
                      <a:extLst>
                        <a:ext uri="{FF2B5EF4-FFF2-40B4-BE49-F238E27FC236}">
                          <a16:creationId xmlns:a16="http://schemas.microsoft.com/office/drawing/2014/main" id="{4FEFEDBC-6C93-88AC-2179-2073685C0C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13" name="Freeform 104">
                      <a:extLst>
                        <a:ext uri="{FF2B5EF4-FFF2-40B4-BE49-F238E27FC236}">
                          <a16:creationId xmlns:a16="http://schemas.microsoft.com/office/drawing/2014/main" id="{C18830BF-E8B4-3A0B-BEE4-47B498EC55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14" name="Freeform 105">
                      <a:extLst>
                        <a:ext uri="{FF2B5EF4-FFF2-40B4-BE49-F238E27FC236}">
                          <a16:creationId xmlns:a16="http://schemas.microsoft.com/office/drawing/2014/main" id="{045BBF98-045E-B9E2-5DE6-84F9E5114D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3" name="Group 106">
                    <a:extLst>
                      <a:ext uri="{FF2B5EF4-FFF2-40B4-BE49-F238E27FC236}">
                        <a16:creationId xmlns:a16="http://schemas.microsoft.com/office/drawing/2014/main" id="{FAB3C028-5E5B-5C4C-6C0A-3BCCC09130C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48" name="Freeform 107">
                      <a:extLst>
                        <a:ext uri="{FF2B5EF4-FFF2-40B4-BE49-F238E27FC236}">
                          <a16:creationId xmlns:a16="http://schemas.microsoft.com/office/drawing/2014/main" id="{30A59682-D35B-43BA-189C-55888BB426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9" name="Freeform 108">
                      <a:extLst>
                        <a:ext uri="{FF2B5EF4-FFF2-40B4-BE49-F238E27FC236}">
                          <a16:creationId xmlns:a16="http://schemas.microsoft.com/office/drawing/2014/main" id="{1396BFE1-E9E1-600D-3B5D-CDEB1A94ED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1" name="Freeform 109">
                      <a:extLst>
                        <a:ext uri="{FF2B5EF4-FFF2-40B4-BE49-F238E27FC236}">
                          <a16:creationId xmlns:a16="http://schemas.microsoft.com/office/drawing/2014/main" id="{79EE4579-F7B4-C3CE-330A-9853E3E376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4" name="Freeform 110">
                      <a:extLst>
                        <a:ext uri="{FF2B5EF4-FFF2-40B4-BE49-F238E27FC236}">
                          <a16:creationId xmlns:a16="http://schemas.microsoft.com/office/drawing/2014/main" id="{345C9115-C1A7-5C67-78BA-F65E8E573D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5" name="Freeform 111">
                      <a:extLst>
                        <a:ext uri="{FF2B5EF4-FFF2-40B4-BE49-F238E27FC236}">
                          <a16:creationId xmlns:a16="http://schemas.microsoft.com/office/drawing/2014/main" id="{31396890-F615-7C3C-DDB5-AB9911F301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6" name="Freeform 112">
                      <a:extLst>
                        <a:ext uri="{FF2B5EF4-FFF2-40B4-BE49-F238E27FC236}">
                          <a16:creationId xmlns:a16="http://schemas.microsoft.com/office/drawing/2014/main" id="{45570AA1-210C-8D4A-CBF2-DDAE222F31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7" name="Freeform 113">
                      <a:extLst>
                        <a:ext uri="{FF2B5EF4-FFF2-40B4-BE49-F238E27FC236}">
                          <a16:creationId xmlns:a16="http://schemas.microsoft.com/office/drawing/2014/main" id="{E105529F-4D17-4261-00AB-69E582F1BC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8" name="Freeform 114">
                      <a:extLst>
                        <a:ext uri="{FF2B5EF4-FFF2-40B4-BE49-F238E27FC236}">
                          <a16:creationId xmlns:a16="http://schemas.microsoft.com/office/drawing/2014/main" id="{7C3D103C-D2C9-B29E-3693-859BB94E14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1" name="WordArt 115">
                <a:extLst>
                  <a:ext uri="{FF2B5EF4-FFF2-40B4-BE49-F238E27FC236}">
                    <a16:creationId xmlns:a16="http://schemas.microsoft.com/office/drawing/2014/main" id="{A0710CEE-C8A2-714A-CCA4-7938B6D6214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9" name="WordArt 68">
              <a:extLst>
                <a:ext uri="{FF2B5EF4-FFF2-40B4-BE49-F238E27FC236}">
                  <a16:creationId xmlns:a16="http://schemas.microsoft.com/office/drawing/2014/main" id="{E2A2825E-A37E-DA08-4B05-7C3BED98DB3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157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17A9-E21C-7093-1D5F-D186DA97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40A4-9633-267C-AD43-52434D1A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anycast</a:t>
            </a:r>
          </a:p>
        </p:txBody>
      </p:sp>
      <p:cxnSp>
        <p:nvCxnSpPr>
          <p:cNvPr id="188" name="AutoShape 40">
            <a:extLst>
              <a:ext uri="{FF2B5EF4-FFF2-40B4-BE49-F238E27FC236}">
                <a16:creationId xmlns:a16="http://schemas.microsoft.com/office/drawing/2014/main" id="{A40C2282-93E3-B466-FBBE-CFB688DED94B}"/>
              </a:ext>
            </a:extLst>
          </p:cNvPr>
          <p:cNvCxnSpPr>
            <a:cxnSpLocks noChangeShapeType="1"/>
            <a:stCxn id="18" idx="2"/>
            <a:endCxn id="162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AutoShape 40">
            <a:extLst>
              <a:ext uri="{FF2B5EF4-FFF2-40B4-BE49-F238E27FC236}">
                <a16:creationId xmlns:a16="http://schemas.microsoft.com/office/drawing/2014/main" id="{075EBEFC-98AB-CF8F-C5A8-53DF0C920837}"/>
              </a:ext>
            </a:extLst>
          </p:cNvPr>
          <p:cNvCxnSpPr>
            <a:cxnSpLocks noChangeShapeType="1"/>
            <a:stCxn id="315" idx="4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6" name="Gruppo 599">
            <a:extLst>
              <a:ext uri="{FF2B5EF4-FFF2-40B4-BE49-F238E27FC236}">
                <a16:creationId xmlns:a16="http://schemas.microsoft.com/office/drawing/2014/main" id="{00401174-48DB-2CBF-E7B8-84A3A30FCF9B}"/>
              </a:ext>
            </a:extLst>
          </p:cNvPr>
          <p:cNvGrpSpPr/>
          <p:nvPr/>
        </p:nvGrpSpPr>
        <p:grpSpPr>
          <a:xfrm>
            <a:off x="9253397" y="5134444"/>
            <a:ext cx="632102" cy="583123"/>
            <a:chOff x="10691757" y="4306849"/>
            <a:chExt cx="378624" cy="350441"/>
          </a:xfrm>
        </p:grpSpPr>
        <p:sp>
          <p:nvSpPr>
            <p:cNvPr id="197" name="AutoShape 171">
              <a:extLst>
                <a:ext uri="{FF2B5EF4-FFF2-40B4-BE49-F238E27FC236}">
                  <a16:creationId xmlns:a16="http://schemas.microsoft.com/office/drawing/2014/main" id="{8A63E92C-D026-CA06-BABE-08BAD8B1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8" name="mainfrm">
              <a:extLst>
                <a:ext uri="{FF2B5EF4-FFF2-40B4-BE49-F238E27FC236}">
                  <a16:creationId xmlns:a16="http://schemas.microsoft.com/office/drawing/2014/main" id="{4082461E-1B6D-4A48-1310-A1166B4F2CA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43" name="AutoShape 40">
            <a:extLst>
              <a:ext uri="{FF2B5EF4-FFF2-40B4-BE49-F238E27FC236}">
                <a16:creationId xmlns:a16="http://schemas.microsoft.com/office/drawing/2014/main" id="{34B21380-5014-66F3-C487-380A2C4A5B31}"/>
              </a:ext>
            </a:extLst>
          </p:cNvPr>
          <p:cNvCxnSpPr>
            <a:cxnSpLocks noChangeShapeType="1"/>
            <a:stCxn id="240" idx="4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0" name="Gruppo 599">
            <a:extLst>
              <a:ext uri="{FF2B5EF4-FFF2-40B4-BE49-F238E27FC236}">
                <a16:creationId xmlns:a16="http://schemas.microsoft.com/office/drawing/2014/main" id="{1F0648C4-A79C-B7D9-8102-1B32A8FA08F9}"/>
              </a:ext>
            </a:extLst>
          </p:cNvPr>
          <p:cNvGrpSpPr/>
          <p:nvPr/>
        </p:nvGrpSpPr>
        <p:grpSpPr>
          <a:xfrm>
            <a:off x="7812432" y="3369099"/>
            <a:ext cx="632102" cy="583123"/>
            <a:chOff x="10691757" y="4306849"/>
            <a:chExt cx="378624" cy="350441"/>
          </a:xfrm>
        </p:grpSpPr>
        <p:sp>
          <p:nvSpPr>
            <p:cNvPr id="341" name="AutoShape 171">
              <a:extLst>
                <a:ext uri="{FF2B5EF4-FFF2-40B4-BE49-F238E27FC236}">
                  <a16:creationId xmlns:a16="http://schemas.microsoft.com/office/drawing/2014/main" id="{532F70CA-294E-54B5-3C27-EA5894EA4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42" name="mainfrm">
              <a:extLst>
                <a:ext uri="{FF2B5EF4-FFF2-40B4-BE49-F238E27FC236}">
                  <a16:creationId xmlns:a16="http://schemas.microsoft.com/office/drawing/2014/main" id="{F6C4501B-62A4-CB74-D8A9-B407597C47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2" name="AutoShape 40">
            <a:extLst>
              <a:ext uri="{FF2B5EF4-FFF2-40B4-BE49-F238E27FC236}">
                <a16:creationId xmlns:a16="http://schemas.microsoft.com/office/drawing/2014/main" id="{25B082EA-C5C0-FABB-DC4A-D7E2B062D10D}"/>
              </a:ext>
            </a:extLst>
          </p:cNvPr>
          <p:cNvCxnSpPr>
            <a:cxnSpLocks noChangeShapeType="1"/>
            <a:stCxn id="18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9" name="Gruppo 599">
            <a:extLst>
              <a:ext uri="{FF2B5EF4-FFF2-40B4-BE49-F238E27FC236}">
                <a16:creationId xmlns:a16="http://schemas.microsoft.com/office/drawing/2014/main" id="{1207858E-7EB6-D315-B756-11ACC7CF5A43}"/>
              </a:ext>
            </a:extLst>
          </p:cNvPr>
          <p:cNvGrpSpPr/>
          <p:nvPr/>
        </p:nvGrpSpPr>
        <p:grpSpPr>
          <a:xfrm>
            <a:off x="6232537" y="1588740"/>
            <a:ext cx="632102" cy="583123"/>
            <a:chOff x="10691757" y="4306849"/>
            <a:chExt cx="378624" cy="350441"/>
          </a:xfrm>
        </p:grpSpPr>
        <p:sp>
          <p:nvSpPr>
            <p:cNvPr id="350" name="AutoShape 171">
              <a:extLst>
                <a:ext uri="{FF2B5EF4-FFF2-40B4-BE49-F238E27FC236}">
                  <a16:creationId xmlns:a16="http://schemas.microsoft.com/office/drawing/2014/main" id="{CC5806FD-1441-1D79-2FAA-63718DD8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51" name="mainfrm">
              <a:extLst>
                <a:ext uri="{FF2B5EF4-FFF2-40B4-BE49-F238E27FC236}">
                  <a16:creationId xmlns:a16="http://schemas.microsoft.com/office/drawing/2014/main" id="{16A7117D-367F-F526-9E4D-BFED7AEF0E0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5" name="AutoShape 40">
            <a:extLst>
              <a:ext uri="{FF2B5EF4-FFF2-40B4-BE49-F238E27FC236}">
                <a16:creationId xmlns:a16="http://schemas.microsoft.com/office/drawing/2014/main" id="{4600FE73-BE7C-CAE3-0478-1552B58EEA7B}"/>
              </a:ext>
            </a:extLst>
          </p:cNvPr>
          <p:cNvCxnSpPr>
            <a:cxnSpLocks noChangeShapeType="1"/>
            <a:stCxn id="215" idx="2"/>
            <a:endCxn id="162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40">
            <a:extLst>
              <a:ext uri="{FF2B5EF4-FFF2-40B4-BE49-F238E27FC236}">
                <a16:creationId xmlns:a16="http://schemas.microsoft.com/office/drawing/2014/main" id="{A3176A9F-940B-07D1-04BC-B93FB94E2B60}"/>
              </a:ext>
            </a:extLst>
          </p:cNvPr>
          <p:cNvCxnSpPr>
            <a:cxnSpLocks noChangeShapeType="1"/>
            <a:stCxn id="290" idx="2"/>
            <a:endCxn id="162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40">
            <a:extLst>
              <a:ext uri="{FF2B5EF4-FFF2-40B4-BE49-F238E27FC236}">
                <a16:creationId xmlns:a16="http://schemas.microsoft.com/office/drawing/2014/main" id="{5022B581-8B2F-41C3-9B90-936AE9944021}"/>
              </a:ext>
            </a:extLst>
          </p:cNvPr>
          <p:cNvCxnSpPr>
            <a:cxnSpLocks noChangeShapeType="1"/>
            <a:stCxn id="215" idx="4"/>
            <a:endCxn id="240" idx="2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6" name="AutoShape 40">
            <a:extLst>
              <a:ext uri="{FF2B5EF4-FFF2-40B4-BE49-F238E27FC236}">
                <a16:creationId xmlns:a16="http://schemas.microsoft.com/office/drawing/2014/main" id="{E32214AA-DDF0-0D91-8AE1-DDCBFF1D148C}"/>
              </a:ext>
            </a:extLst>
          </p:cNvPr>
          <p:cNvCxnSpPr>
            <a:cxnSpLocks noChangeShapeType="1"/>
            <a:stCxn id="290" idx="4"/>
            <a:endCxn id="265" idx="2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40">
            <a:extLst>
              <a:ext uri="{FF2B5EF4-FFF2-40B4-BE49-F238E27FC236}">
                <a16:creationId xmlns:a16="http://schemas.microsoft.com/office/drawing/2014/main" id="{04DDD676-360A-49F9-F162-B66FB3ED46F8}"/>
              </a:ext>
            </a:extLst>
          </p:cNvPr>
          <p:cNvCxnSpPr>
            <a:cxnSpLocks noChangeShapeType="1"/>
            <a:stCxn id="265" idx="4"/>
            <a:endCxn id="315" idx="2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1757B159-6FD8-DFC3-AD25-9E471D856EC6}"/>
              </a:ext>
            </a:extLst>
          </p:cNvPr>
          <p:cNvSpPr txBox="1"/>
          <p:nvPr/>
        </p:nvSpPr>
        <p:spPr>
          <a:xfrm>
            <a:off x="8864648" y="57337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webservice3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B1253F44-CEB4-8DA7-AA63-56E783380AD7}"/>
              </a:ext>
            </a:extLst>
          </p:cNvPr>
          <p:cNvSpPr txBox="1"/>
          <p:nvPr/>
        </p:nvSpPr>
        <p:spPr>
          <a:xfrm>
            <a:off x="7423683" y="392313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webservice2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85F2A0D-0226-9A2E-D21A-2564703D5C08}"/>
              </a:ext>
            </a:extLst>
          </p:cNvPr>
          <p:cNvSpPr txBox="1"/>
          <p:nvPr/>
        </p:nvSpPr>
        <p:spPr>
          <a:xfrm>
            <a:off x="5843788" y="217731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webservice1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C10463A8-16FD-C3D8-97A1-DA161352AD76}"/>
              </a:ext>
            </a:extLst>
          </p:cNvPr>
          <p:cNvGrpSpPr/>
          <p:nvPr/>
        </p:nvGrpSpPr>
        <p:grpSpPr>
          <a:xfrm rot="18778113">
            <a:off x="3862891" y="2562155"/>
            <a:ext cx="872681" cy="392927"/>
            <a:chOff x="6958366" y="5701729"/>
            <a:chExt cx="1117383" cy="503105"/>
          </a:xfrm>
        </p:grpSpPr>
        <p:sp>
          <p:nvSpPr>
            <p:cNvPr id="453" name="Line 34">
              <a:extLst>
                <a:ext uri="{FF2B5EF4-FFF2-40B4-BE49-F238E27FC236}">
                  <a16:creationId xmlns:a16="http://schemas.microsoft.com/office/drawing/2014/main" id="{F38F8D35-8F05-7AF7-90A1-8F6C38973C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E006A196-26CF-7630-A50D-57FDF4453DFA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2A24B36-ECB5-3950-3C84-2C43C2F2FB71}"/>
              </a:ext>
            </a:extLst>
          </p:cNvPr>
          <p:cNvGrpSpPr/>
          <p:nvPr/>
        </p:nvGrpSpPr>
        <p:grpSpPr>
          <a:xfrm>
            <a:off x="3470482" y="3891258"/>
            <a:ext cx="872681" cy="392927"/>
            <a:chOff x="6958366" y="5701729"/>
            <a:chExt cx="1117383" cy="503105"/>
          </a:xfrm>
        </p:grpSpPr>
        <p:sp>
          <p:nvSpPr>
            <p:cNvPr id="7" name="Line 34">
              <a:extLst>
                <a:ext uri="{FF2B5EF4-FFF2-40B4-BE49-F238E27FC236}">
                  <a16:creationId xmlns:a16="http://schemas.microsoft.com/office/drawing/2014/main" id="{4102D1B6-1CDB-D514-4F47-73D011B70D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3CECBE-A017-C5C7-CD84-D7F0F10CF08B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08C8446-8B4F-A2DF-017D-5471B77AFB61}"/>
              </a:ext>
            </a:extLst>
          </p:cNvPr>
          <p:cNvGrpSpPr/>
          <p:nvPr/>
        </p:nvGrpSpPr>
        <p:grpSpPr>
          <a:xfrm rot="2844653">
            <a:off x="3088740" y="4739182"/>
            <a:ext cx="872681" cy="392927"/>
            <a:chOff x="6958366" y="5701729"/>
            <a:chExt cx="1117383" cy="503105"/>
          </a:xfrm>
        </p:grpSpPr>
        <p:sp>
          <p:nvSpPr>
            <p:cNvPr id="10" name="Line 34">
              <a:extLst>
                <a:ext uri="{FF2B5EF4-FFF2-40B4-BE49-F238E27FC236}">
                  <a16:creationId xmlns:a16="http://schemas.microsoft.com/office/drawing/2014/main" id="{71FAB029-ABFC-AF1C-427E-D7775469C9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7490008" y="5239996"/>
              <a:ext cx="0" cy="923466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54000" bIns="10800"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3C7EF-5CDD-DA11-8048-1451FE54EA31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59889C-81B6-D551-90FD-AD736DEEEDE1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14" name="Group 93">
              <a:extLst>
                <a:ext uri="{FF2B5EF4-FFF2-40B4-BE49-F238E27FC236}">
                  <a16:creationId xmlns:a16="http://schemas.microsoft.com/office/drawing/2014/main" id="{050F4208-83F8-5158-01EF-98A7EE4D24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6" name="Group 94">
                <a:extLst>
                  <a:ext uri="{FF2B5EF4-FFF2-40B4-BE49-F238E27FC236}">
                    <a16:creationId xmlns:a16="http://schemas.microsoft.com/office/drawing/2014/main" id="{59FFC7D9-6F47-4326-3759-50F3FC1B401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" name="AutoShape 95">
                  <a:extLst>
                    <a:ext uri="{FF2B5EF4-FFF2-40B4-BE49-F238E27FC236}">
                      <a16:creationId xmlns:a16="http://schemas.microsoft.com/office/drawing/2014/main" id="{98E75A2E-987D-B9D4-9D85-19FA83F8F8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" name="Group 96">
                  <a:extLst>
                    <a:ext uri="{FF2B5EF4-FFF2-40B4-BE49-F238E27FC236}">
                      <a16:creationId xmlns:a16="http://schemas.microsoft.com/office/drawing/2014/main" id="{B43104F0-5171-1C59-CEA9-7912B16043C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0" name="Group 97">
                    <a:extLst>
                      <a:ext uri="{FF2B5EF4-FFF2-40B4-BE49-F238E27FC236}">
                        <a16:creationId xmlns:a16="http://schemas.microsoft.com/office/drawing/2014/main" id="{2B856693-6C3E-234C-3FE5-6BDA0305C49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5" name="Freeform 98">
                      <a:extLst>
                        <a:ext uri="{FF2B5EF4-FFF2-40B4-BE49-F238E27FC236}">
                          <a16:creationId xmlns:a16="http://schemas.microsoft.com/office/drawing/2014/main" id="{764D55AF-6937-E064-5F04-A7A13B052E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" name="Freeform 99">
                      <a:extLst>
                        <a:ext uri="{FF2B5EF4-FFF2-40B4-BE49-F238E27FC236}">
                          <a16:creationId xmlns:a16="http://schemas.microsoft.com/office/drawing/2014/main" id="{D04329CE-23AE-19F9-0A6C-24A25AB5F1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" name="Freeform 100">
                      <a:extLst>
                        <a:ext uri="{FF2B5EF4-FFF2-40B4-BE49-F238E27FC236}">
                          <a16:creationId xmlns:a16="http://schemas.microsoft.com/office/drawing/2014/main" id="{51F63C2A-B00C-D560-3414-84A540619B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" name="Freeform 101">
                      <a:extLst>
                        <a:ext uri="{FF2B5EF4-FFF2-40B4-BE49-F238E27FC236}">
                          <a16:creationId xmlns:a16="http://schemas.microsoft.com/office/drawing/2014/main" id="{8528D228-F8C8-9AAE-5CCC-E0CB7C5C0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" name="Freeform 102">
                      <a:extLst>
                        <a:ext uri="{FF2B5EF4-FFF2-40B4-BE49-F238E27FC236}">
                          <a16:creationId xmlns:a16="http://schemas.microsoft.com/office/drawing/2014/main" id="{972F3170-2268-404C-94BC-5BBF012B0C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" name="Freeform 103">
                      <a:extLst>
                        <a:ext uri="{FF2B5EF4-FFF2-40B4-BE49-F238E27FC236}">
                          <a16:creationId xmlns:a16="http://schemas.microsoft.com/office/drawing/2014/main" id="{17467F8B-7A40-B845-4F12-8693A5725F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" name="Freeform 104">
                      <a:extLst>
                        <a:ext uri="{FF2B5EF4-FFF2-40B4-BE49-F238E27FC236}">
                          <a16:creationId xmlns:a16="http://schemas.microsoft.com/office/drawing/2014/main" id="{26252578-8532-E267-47A0-62C61526C1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" name="Freeform 105">
                      <a:extLst>
                        <a:ext uri="{FF2B5EF4-FFF2-40B4-BE49-F238E27FC236}">
                          <a16:creationId xmlns:a16="http://schemas.microsoft.com/office/drawing/2014/main" id="{CE1AFC52-5222-35C4-8EC2-4ACEF3E184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1" name="Group 106">
                    <a:extLst>
                      <a:ext uri="{FF2B5EF4-FFF2-40B4-BE49-F238E27FC236}">
                        <a16:creationId xmlns:a16="http://schemas.microsoft.com/office/drawing/2014/main" id="{45FD09CC-B515-2136-8F06-5AFBBFF6A1E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" name="Freeform 107">
                      <a:extLst>
                        <a:ext uri="{FF2B5EF4-FFF2-40B4-BE49-F238E27FC236}">
                          <a16:creationId xmlns:a16="http://schemas.microsoft.com/office/drawing/2014/main" id="{6B924D7B-C342-C166-8404-5A5C2A67D9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" name="Freeform 108">
                      <a:extLst>
                        <a:ext uri="{FF2B5EF4-FFF2-40B4-BE49-F238E27FC236}">
                          <a16:creationId xmlns:a16="http://schemas.microsoft.com/office/drawing/2014/main" id="{DA3D874F-FA81-F5AB-F94D-00A283942E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4" name="Freeform 109">
                      <a:extLst>
                        <a:ext uri="{FF2B5EF4-FFF2-40B4-BE49-F238E27FC236}">
                          <a16:creationId xmlns:a16="http://schemas.microsoft.com/office/drawing/2014/main" id="{FF8FE412-495B-AFCA-4921-A4E54B9F78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5" name="Freeform 110">
                      <a:extLst>
                        <a:ext uri="{FF2B5EF4-FFF2-40B4-BE49-F238E27FC236}">
                          <a16:creationId xmlns:a16="http://schemas.microsoft.com/office/drawing/2014/main" id="{4FC28157-CB47-872B-7761-6811E6233B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6" name="Freeform 111">
                      <a:extLst>
                        <a:ext uri="{FF2B5EF4-FFF2-40B4-BE49-F238E27FC236}">
                          <a16:creationId xmlns:a16="http://schemas.microsoft.com/office/drawing/2014/main" id="{64250920-A7B9-B59B-AD79-A9B9685590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7" name="Freeform 112">
                      <a:extLst>
                        <a:ext uri="{FF2B5EF4-FFF2-40B4-BE49-F238E27FC236}">
                          <a16:creationId xmlns:a16="http://schemas.microsoft.com/office/drawing/2014/main" id="{7409C54B-22A1-38E0-4C5E-D0632A19E5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8" name="Freeform 113">
                      <a:extLst>
                        <a:ext uri="{FF2B5EF4-FFF2-40B4-BE49-F238E27FC236}">
                          <a16:creationId xmlns:a16="http://schemas.microsoft.com/office/drawing/2014/main" id="{A08F8826-F526-B2B4-7AE9-FF193D2BF6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" name="Freeform 114">
                      <a:extLst>
                        <a:ext uri="{FF2B5EF4-FFF2-40B4-BE49-F238E27FC236}">
                          <a16:creationId xmlns:a16="http://schemas.microsoft.com/office/drawing/2014/main" id="{774F1745-6F59-F9C0-D198-8A4D68EA07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7" name="WordArt 115">
                <a:extLst>
                  <a:ext uri="{FF2B5EF4-FFF2-40B4-BE49-F238E27FC236}">
                    <a16:creationId xmlns:a16="http://schemas.microsoft.com/office/drawing/2014/main" id="{0B04709D-57F7-89E8-D145-404FCD40EE8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" name="WordArt 68">
              <a:extLst>
                <a:ext uri="{FF2B5EF4-FFF2-40B4-BE49-F238E27FC236}">
                  <a16:creationId xmlns:a16="http://schemas.microsoft.com/office/drawing/2014/main" id="{75ABB946-BF94-D9DF-C1FC-6EE2AEB29A7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26667257-AE1F-986A-423C-34A22E603FAD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463" name="Group 93">
              <a:extLst>
                <a:ext uri="{FF2B5EF4-FFF2-40B4-BE49-F238E27FC236}">
                  <a16:creationId xmlns:a16="http://schemas.microsoft.com/office/drawing/2014/main" id="{CDD82F09-F5CC-E3F5-137A-6309E8446E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5" name="Group 94">
                <a:extLst>
                  <a:ext uri="{FF2B5EF4-FFF2-40B4-BE49-F238E27FC236}">
                    <a16:creationId xmlns:a16="http://schemas.microsoft.com/office/drawing/2014/main" id="{DA2EF868-8314-CBF0-9AF0-681E6498742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7" name="AutoShape 95">
                  <a:extLst>
                    <a:ext uri="{FF2B5EF4-FFF2-40B4-BE49-F238E27FC236}">
                      <a16:creationId xmlns:a16="http://schemas.microsoft.com/office/drawing/2014/main" id="{129BE52F-AE01-74B6-B6A6-F5693B02E0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8" name="Group 96">
                  <a:extLst>
                    <a:ext uri="{FF2B5EF4-FFF2-40B4-BE49-F238E27FC236}">
                      <a16:creationId xmlns:a16="http://schemas.microsoft.com/office/drawing/2014/main" id="{98245861-3350-BC3B-AEEC-5A896EADC02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9" name="Group 97">
                    <a:extLst>
                      <a:ext uri="{FF2B5EF4-FFF2-40B4-BE49-F238E27FC236}">
                        <a16:creationId xmlns:a16="http://schemas.microsoft.com/office/drawing/2014/main" id="{6EC1874A-1A67-D916-0030-5888874DD08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9" name="Freeform 98">
                      <a:extLst>
                        <a:ext uri="{FF2B5EF4-FFF2-40B4-BE49-F238E27FC236}">
                          <a16:creationId xmlns:a16="http://schemas.microsoft.com/office/drawing/2014/main" id="{9338B939-57A2-44E6-3766-4FCCA74195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99">
                      <a:extLst>
                        <a:ext uri="{FF2B5EF4-FFF2-40B4-BE49-F238E27FC236}">
                          <a16:creationId xmlns:a16="http://schemas.microsoft.com/office/drawing/2014/main" id="{19A248F8-C117-8012-84D9-C9EB76F97E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0">
                      <a:extLst>
                        <a:ext uri="{FF2B5EF4-FFF2-40B4-BE49-F238E27FC236}">
                          <a16:creationId xmlns:a16="http://schemas.microsoft.com/office/drawing/2014/main" id="{8E1E639D-F283-F087-2D05-53C8DDCD4E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1">
                      <a:extLst>
                        <a:ext uri="{FF2B5EF4-FFF2-40B4-BE49-F238E27FC236}">
                          <a16:creationId xmlns:a16="http://schemas.microsoft.com/office/drawing/2014/main" id="{6DC5D208-E898-E96F-0788-99FD77ED11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2">
                      <a:extLst>
                        <a:ext uri="{FF2B5EF4-FFF2-40B4-BE49-F238E27FC236}">
                          <a16:creationId xmlns:a16="http://schemas.microsoft.com/office/drawing/2014/main" id="{17872101-2882-C247-2FEF-C587EA5D75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3">
                      <a:extLst>
                        <a:ext uri="{FF2B5EF4-FFF2-40B4-BE49-F238E27FC236}">
                          <a16:creationId xmlns:a16="http://schemas.microsoft.com/office/drawing/2014/main" id="{A15CF398-85D8-701A-55FF-ADDA5E0A4D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5" name="Freeform 104">
                      <a:extLst>
                        <a:ext uri="{FF2B5EF4-FFF2-40B4-BE49-F238E27FC236}">
                          <a16:creationId xmlns:a16="http://schemas.microsoft.com/office/drawing/2014/main" id="{8720BF03-1BFE-8A00-EFC8-FDDDA7A7B2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6" name="Freeform 105">
                      <a:extLst>
                        <a:ext uri="{FF2B5EF4-FFF2-40B4-BE49-F238E27FC236}">
                          <a16:creationId xmlns:a16="http://schemas.microsoft.com/office/drawing/2014/main" id="{A3E7BC64-1F09-1E69-6124-FB869EC402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70" name="Group 106">
                    <a:extLst>
                      <a:ext uri="{FF2B5EF4-FFF2-40B4-BE49-F238E27FC236}">
                        <a16:creationId xmlns:a16="http://schemas.microsoft.com/office/drawing/2014/main" id="{E8F72950-C267-F354-50C0-08EBAC435C0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1" name="Freeform 107">
                      <a:extLst>
                        <a:ext uri="{FF2B5EF4-FFF2-40B4-BE49-F238E27FC236}">
                          <a16:creationId xmlns:a16="http://schemas.microsoft.com/office/drawing/2014/main" id="{40360A39-C8E4-9ABB-0F62-FC3C11006D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08">
                      <a:extLst>
                        <a:ext uri="{FF2B5EF4-FFF2-40B4-BE49-F238E27FC236}">
                          <a16:creationId xmlns:a16="http://schemas.microsoft.com/office/drawing/2014/main" id="{3603DE64-694F-637E-73C4-7FFBE18121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09">
                      <a:extLst>
                        <a:ext uri="{FF2B5EF4-FFF2-40B4-BE49-F238E27FC236}">
                          <a16:creationId xmlns:a16="http://schemas.microsoft.com/office/drawing/2014/main" id="{800E98F6-3A75-1965-802D-44416A5814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0">
                      <a:extLst>
                        <a:ext uri="{FF2B5EF4-FFF2-40B4-BE49-F238E27FC236}">
                          <a16:creationId xmlns:a16="http://schemas.microsoft.com/office/drawing/2014/main" id="{D3D5C6F5-4DD5-2FA5-C62A-FC4EB05570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1">
                      <a:extLst>
                        <a:ext uri="{FF2B5EF4-FFF2-40B4-BE49-F238E27FC236}">
                          <a16:creationId xmlns:a16="http://schemas.microsoft.com/office/drawing/2014/main" id="{CFB93680-9AC0-99D0-3404-C4F8C0A32C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2">
                      <a:extLst>
                        <a:ext uri="{FF2B5EF4-FFF2-40B4-BE49-F238E27FC236}">
                          <a16:creationId xmlns:a16="http://schemas.microsoft.com/office/drawing/2014/main" id="{C9D79742-9F73-435D-46C2-2E2F6DDE96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7" name="Freeform 113">
                      <a:extLst>
                        <a:ext uri="{FF2B5EF4-FFF2-40B4-BE49-F238E27FC236}">
                          <a16:creationId xmlns:a16="http://schemas.microsoft.com/office/drawing/2014/main" id="{F8EA1985-1D5A-35F6-0B8C-EEB9E0F011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114">
                      <a:extLst>
                        <a:ext uri="{FF2B5EF4-FFF2-40B4-BE49-F238E27FC236}">
                          <a16:creationId xmlns:a16="http://schemas.microsoft.com/office/drawing/2014/main" id="{11BD133B-A905-A8BD-FD4B-72F2471971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6" name="WordArt 115">
                <a:extLst>
                  <a:ext uri="{FF2B5EF4-FFF2-40B4-BE49-F238E27FC236}">
                    <a16:creationId xmlns:a16="http://schemas.microsoft.com/office/drawing/2014/main" id="{1B34CB1C-39B1-76DD-D6AF-6ACC37A4B7A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4" name="WordArt 68">
              <a:extLst>
                <a:ext uri="{FF2B5EF4-FFF2-40B4-BE49-F238E27FC236}">
                  <a16:creationId xmlns:a16="http://schemas.microsoft.com/office/drawing/2014/main" id="{54A99A33-E95B-4C39-75BA-1BBD0CBA45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63DDE010-C576-59F9-E08F-A3FD424359D1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488" name="Group 93">
              <a:extLst>
                <a:ext uri="{FF2B5EF4-FFF2-40B4-BE49-F238E27FC236}">
                  <a16:creationId xmlns:a16="http://schemas.microsoft.com/office/drawing/2014/main" id="{3382A850-0B80-EA65-B627-95E7C0CF15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0" name="Group 94">
                <a:extLst>
                  <a:ext uri="{FF2B5EF4-FFF2-40B4-BE49-F238E27FC236}">
                    <a16:creationId xmlns:a16="http://schemas.microsoft.com/office/drawing/2014/main" id="{2F0E23F9-717A-E03E-C3F5-80A4C849462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2" name="AutoShape 95">
                  <a:extLst>
                    <a:ext uri="{FF2B5EF4-FFF2-40B4-BE49-F238E27FC236}">
                      <a16:creationId xmlns:a16="http://schemas.microsoft.com/office/drawing/2014/main" id="{CEFAB419-8CE1-5B03-CDF9-009D68DFC6C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93" name="Group 96">
                  <a:extLst>
                    <a:ext uri="{FF2B5EF4-FFF2-40B4-BE49-F238E27FC236}">
                      <a16:creationId xmlns:a16="http://schemas.microsoft.com/office/drawing/2014/main" id="{088AE00F-29D3-0770-AEF9-BE074FBCEB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94" name="Group 97">
                    <a:extLst>
                      <a:ext uri="{FF2B5EF4-FFF2-40B4-BE49-F238E27FC236}">
                        <a16:creationId xmlns:a16="http://schemas.microsoft.com/office/drawing/2014/main" id="{51535A74-C974-DBD2-7084-76D0A5C25F9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04" name="Freeform 98">
                      <a:extLst>
                        <a:ext uri="{FF2B5EF4-FFF2-40B4-BE49-F238E27FC236}">
                          <a16:creationId xmlns:a16="http://schemas.microsoft.com/office/drawing/2014/main" id="{5ED2F51F-B92D-DBA5-2E3C-4ED93B2E2A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5" name="Freeform 99">
                      <a:extLst>
                        <a:ext uri="{FF2B5EF4-FFF2-40B4-BE49-F238E27FC236}">
                          <a16:creationId xmlns:a16="http://schemas.microsoft.com/office/drawing/2014/main" id="{24D41AFC-CA97-EAF4-76F1-B3562A0D90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6" name="Freeform 100">
                      <a:extLst>
                        <a:ext uri="{FF2B5EF4-FFF2-40B4-BE49-F238E27FC236}">
                          <a16:creationId xmlns:a16="http://schemas.microsoft.com/office/drawing/2014/main" id="{DB328051-C098-8208-20A4-7AEB2DEDC0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7" name="Freeform 101">
                      <a:extLst>
                        <a:ext uri="{FF2B5EF4-FFF2-40B4-BE49-F238E27FC236}">
                          <a16:creationId xmlns:a16="http://schemas.microsoft.com/office/drawing/2014/main" id="{6E4FAB93-0917-C325-2D11-D347F5FC75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8" name="Freeform 102">
                      <a:extLst>
                        <a:ext uri="{FF2B5EF4-FFF2-40B4-BE49-F238E27FC236}">
                          <a16:creationId xmlns:a16="http://schemas.microsoft.com/office/drawing/2014/main" id="{16A96D35-FC42-19E2-5B3C-3B90574ECC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9" name="Freeform 103">
                      <a:extLst>
                        <a:ext uri="{FF2B5EF4-FFF2-40B4-BE49-F238E27FC236}">
                          <a16:creationId xmlns:a16="http://schemas.microsoft.com/office/drawing/2014/main" id="{8C53A810-DFC9-4530-D9FD-F5239A7055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0" name="Freeform 104">
                      <a:extLst>
                        <a:ext uri="{FF2B5EF4-FFF2-40B4-BE49-F238E27FC236}">
                          <a16:creationId xmlns:a16="http://schemas.microsoft.com/office/drawing/2014/main" id="{BF322F8A-621C-FDE6-D4EB-BA2C54E5B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1" name="Freeform 105">
                      <a:extLst>
                        <a:ext uri="{FF2B5EF4-FFF2-40B4-BE49-F238E27FC236}">
                          <a16:creationId xmlns:a16="http://schemas.microsoft.com/office/drawing/2014/main" id="{53E8DC9A-A775-380E-0458-1D50FCE330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95" name="Group 106">
                    <a:extLst>
                      <a:ext uri="{FF2B5EF4-FFF2-40B4-BE49-F238E27FC236}">
                        <a16:creationId xmlns:a16="http://schemas.microsoft.com/office/drawing/2014/main" id="{A5688AED-3BC7-0189-E609-8DA4EA87C57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96" name="Freeform 107">
                      <a:extLst>
                        <a:ext uri="{FF2B5EF4-FFF2-40B4-BE49-F238E27FC236}">
                          <a16:creationId xmlns:a16="http://schemas.microsoft.com/office/drawing/2014/main" id="{FCA14A57-C900-2A9E-88AA-06B3ADE7F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7" name="Freeform 108">
                      <a:extLst>
                        <a:ext uri="{FF2B5EF4-FFF2-40B4-BE49-F238E27FC236}">
                          <a16:creationId xmlns:a16="http://schemas.microsoft.com/office/drawing/2014/main" id="{A4C513E4-4591-66BE-CC2A-4F944DA959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8" name="Freeform 109">
                      <a:extLst>
                        <a:ext uri="{FF2B5EF4-FFF2-40B4-BE49-F238E27FC236}">
                          <a16:creationId xmlns:a16="http://schemas.microsoft.com/office/drawing/2014/main" id="{2B2AF520-6D41-2482-1804-4A052162B3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9" name="Freeform 110">
                      <a:extLst>
                        <a:ext uri="{FF2B5EF4-FFF2-40B4-BE49-F238E27FC236}">
                          <a16:creationId xmlns:a16="http://schemas.microsoft.com/office/drawing/2014/main" id="{6C09B3F1-1352-E5F8-0C6D-0654938013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0" name="Freeform 111">
                      <a:extLst>
                        <a:ext uri="{FF2B5EF4-FFF2-40B4-BE49-F238E27FC236}">
                          <a16:creationId xmlns:a16="http://schemas.microsoft.com/office/drawing/2014/main" id="{8DE62E85-24C5-601B-8758-C9CFC77D78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1" name="Freeform 112">
                      <a:extLst>
                        <a:ext uri="{FF2B5EF4-FFF2-40B4-BE49-F238E27FC236}">
                          <a16:creationId xmlns:a16="http://schemas.microsoft.com/office/drawing/2014/main" id="{5F2035E3-5997-91D0-C7F1-2C8331E9B0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2" name="Freeform 113">
                      <a:extLst>
                        <a:ext uri="{FF2B5EF4-FFF2-40B4-BE49-F238E27FC236}">
                          <a16:creationId xmlns:a16="http://schemas.microsoft.com/office/drawing/2014/main" id="{2A598E60-F4D6-4CBE-3A09-EF73E7FAFC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3" name="Freeform 114">
                      <a:extLst>
                        <a:ext uri="{FF2B5EF4-FFF2-40B4-BE49-F238E27FC236}">
                          <a16:creationId xmlns:a16="http://schemas.microsoft.com/office/drawing/2014/main" id="{41758F10-A996-74A0-2A35-73B0B4F0A4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91" name="WordArt 115">
                <a:extLst>
                  <a:ext uri="{FF2B5EF4-FFF2-40B4-BE49-F238E27FC236}">
                    <a16:creationId xmlns:a16="http://schemas.microsoft.com/office/drawing/2014/main" id="{46068DE0-D405-7752-CA5E-69CF1F4518E9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89" name="WordArt 68">
              <a:extLst>
                <a:ext uri="{FF2B5EF4-FFF2-40B4-BE49-F238E27FC236}">
                  <a16:creationId xmlns:a16="http://schemas.microsoft.com/office/drawing/2014/main" id="{4F1461C8-D762-C244-0E05-E9A758A4EB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B6246BB-80F2-4E3C-1BB8-22C82BB869FE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129" name="Group 93">
              <a:extLst>
                <a:ext uri="{FF2B5EF4-FFF2-40B4-BE49-F238E27FC236}">
                  <a16:creationId xmlns:a16="http://schemas.microsoft.com/office/drawing/2014/main" id="{DA978A11-ABE4-5E42-9B90-4AC8E07E71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31" name="Group 94">
                <a:extLst>
                  <a:ext uri="{FF2B5EF4-FFF2-40B4-BE49-F238E27FC236}">
                    <a16:creationId xmlns:a16="http://schemas.microsoft.com/office/drawing/2014/main" id="{17683D1F-7F16-1B85-252F-AE3A6F5BAF3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33" name="AutoShape 95">
                  <a:extLst>
                    <a:ext uri="{FF2B5EF4-FFF2-40B4-BE49-F238E27FC236}">
                      <a16:creationId xmlns:a16="http://schemas.microsoft.com/office/drawing/2014/main" id="{E061EBF2-66D7-BC22-8C9A-BC744E34851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4" name="Group 96">
                  <a:extLst>
                    <a:ext uri="{FF2B5EF4-FFF2-40B4-BE49-F238E27FC236}">
                      <a16:creationId xmlns:a16="http://schemas.microsoft.com/office/drawing/2014/main" id="{BACCEACB-5C6D-D83B-6CF5-E5C662273CB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35" name="Group 97">
                    <a:extLst>
                      <a:ext uri="{FF2B5EF4-FFF2-40B4-BE49-F238E27FC236}">
                        <a16:creationId xmlns:a16="http://schemas.microsoft.com/office/drawing/2014/main" id="{5F94013A-69C0-1DEA-7DDD-6C0E0E030D3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45" name="Freeform 98">
                      <a:extLst>
                        <a:ext uri="{FF2B5EF4-FFF2-40B4-BE49-F238E27FC236}">
                          <a16:creationId xmlns:a16="http://schemas.microsoft.com/office/drawing/2014/main" id="{E715C856-3286-BDA7-D43C-1810B3444B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6" name="Freeform 99">
                      <a:extLst>
                        <a:ext uri="{FF2B5EF4-FFF2-40B4-BE49-F238E27FC236}">
                          <a16:creationId xmlns:a16="http://schemas.microsoft.com/office/drawing/2014/main" id="{BFFD877E-3EFF-29D4-9451-E0930297E7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7" name="Freeform 100">
                      <a:extLst>
                        <a:ext uri="{FF2B5EF4-FFF2-40B4-BE49-F238E27FC236}">
                          <a16:creationId xmlns:a16="http://schemas.microsoft.com/office/drawing/2014/main" id="{61A2CFAA-42D1-4FAF-51B8-ABD46616BD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8" name="Freeform 101">
                      <a:extLst>
                        <a:ext uri="{FF2B5EF4-FFF2-40B4-BE49-F238E27FC236}">
                          <a16:creationId xmlns:a16="http://schemas.microsoft.com/office/drawing/2014/main" id="{66F332AE-00E1-61E5-E7CF-AE924AA837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9" name="Freeform 102">
                      <a:extLst>
                        <a:ext uri="{FF2B5EF4-FFF2-40B4-BE49-F238E27FC236}">
                          <a16:creationId xmlns:a16="http://schemas.microsoft.com/office/drawing/2014/main" id="{B412AC15-1EEB-57A0-A8A4-236014D10C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0" name="Freeform 103">
                      <a:extLst>
                        <a:ext uri="{FF2B5EF4-FFF2-40B4-BE49-F238E27FC236}">
                          <a16:creationId xmlns:a16="http://schemas.microsoft.com/office/drawing/2014/main" id="{5B0C62FB-9950-15FA-103D-358B92B89B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1" name="Freeform 104">
                      <a:extLst>
                        <a:ext uri="{FF2B5EF4-FFF2-40B4-BE49-F238E27FC236}">
                          <a16:creationId xmlns:a16="http://schemas.microsoft.com/office/drawing/2014/main" id="{585679AB-915C-8515-1185-1A8C57E48C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2" name="Freeform 105">
                      <a:extLst>
                        <a:ext uri="{FF2B5EF4-FFF2-40B4-BE49-F238E27FC236}">
                          <a16:creationId xmlns:a16="http://schemas.microsoft.com/office/drawing/2014/main" id="{88BB87F0-C017-EC12-38AB-8478D13508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36" name="Group 106">
                    <a:extLst>
                      <a:ext uri="{FF2B5EF4-FFF2-40B4-BE49-F238E27FC236}">
                        <a16:creationId xmlns:a16="http://schemas.microsoft.com/office/drawing/2014/main" id="{509F333C-48E2-5627-D3D8-5D96A3B1A6B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37" name="Freeform 107">
                      <a:extLst>
                        <a:ext uri="{FF2B5EF4-FFF2-40B4-BE49-F238E27FC236}">
                          <a16:creationId xmlns:a16="http://schemas.microsoft.com/office/drawing/2014/main" id="{BCC71CBF-BBD0-BA78-C14F-131755E08B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8" name="Freeform 108">
                      <a:extLst>
                        <a:ext uri="{FF2B5EF4-FFF2-40B4-BE49-F238E27FC236}">
                          <a16:creationId xmlns:a16="http://schemas.microsoft.com/office/drawing/2014/main" id="{E1C87C9C-2DC9-29E3-1ECA-D04D16C611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9" name="Freeform 109">
                      <a:extLst>
                        <a:ext uri="{FF2B5EF4-FFF2-40B4-BE49-F238E27FC236}">
                          <a16:creationId xmlns:a16="http://schemas.microsoft.com/office/drawing/2014/main" id="{8D768760-254D-2637-3810-6AF71D0045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0" name="Freeform 110">
                      <a:extLst>
                        <a:ext uri="{FF2B5EF4-FFF2-40B4-BE49-F238E27FC236}">
                          <a16:creationId xmlns:a16="http://schemas.microsoft.com/office/drawing/2014/main" id="{33D7B81A-8AD5-08BC-1776-E8174894F3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1" name="Freeform 111">
                      <a:extLst>
                        <a:ext uri="{FF2B5EF4-FFF2-40B4-BE49-F238E27FC236}">
                          <a16:creationId xmlns:a16="http://schemas.microsoft.com/office/drawing/2014/main" id="{A575465E-E086-C7CF-2F13-D2C001679E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2" name="Freeform 112">
                      <a:extLst>
                        <a:ext uri="{FF2B5EF4-FFF2-40B4-BE49-F238E27FC236}">
                          <a16:creationId xmlns:a16="http://schemas.microsoft.com/office/drawing/2014/main" id="{6CC5FAD6-7964-EE83-C110-25F9FED5AE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3" name="Freeform 113">
                      <a:extLst>
                        <a:ext uri="{FF2B5EF4-FFF2-40B4-BE49-F238E27FC236}">
                          <a16:creationId xmlns:a16="http://schemas.microsoft.com/office/drawing/2014/main" id="{79ECA7E4-5EE4-8EAC-927C-4B68C8F8D1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4" name="Freeform 114">
                      <a:extLst>
                        <a:ext uri="{FF2B5EF4-FFF2-40B4-BE49-F238E27FC236}">
                          <a16:creationId xmlns:a16="http://schemas.microsoft.com/office/drawing/2014/main" id="{6B654BE2-4F25-02C7-8990-DE0AAB395F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32" name="WordArt 115">
                <a:extLst>
                  <a:ext uri="{FF2B5EF4-FFF2-40B4-BE49-F238E27FC236}">
                    <a16:creationId xmlns:a16="http://schemas.microsoft.com/office/drawing/2014/main" id="{0C30E4B3-DDFB-4D4D-5D69-6520FDA2102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30" name="WordArt 68">
              <a:extLst>
                <a:ext uri="{FF2B5EF4-FFF2-40B4-BE49-F238E27FC236}">
                  <a16:creationId xmlns:a16="http://schemas.microsoft.com/office/drawing/2014/main" id="{3AB0FB4B-E8B0-678B-F800-5AF1000691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09DA2AA-46D7-6452-FCB2-F73A78046CFF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154" name="Group 93">
              <a:extLst>
                <a:ext uri="{FF2B5EF4-FFF2-40B4-BE49-F238E27FC236}">
                  <a16:creationId xmlns:a16="http://schemas.microsoft.com/office/drawing/2014/main" id="{9C0296FF-E4EC-EBF0-0638-2572200F30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56" name="Group 94">
                <a:extLst>
                  <a:ext uri="{FF2B5EF4-FFF2-40B4-BE49-F238E27FC236}">
                    <a16:creationId xmlns:a16="http://schemas.microsoft.com/office/drawing/2014/main" id="{C8550943-EEDE-6115-9EF9-AF28AAD348D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3" name="AutoShape 95">
                  <a:extLst>
                    <a:ext uri="{FF2B5EF4-FFF2-40B4-BE49-F238E27FC236}">
                      <a16:creationId xmlns:a16="http://schemas.microsoft.com/office/drawing/2014/main" id="{291FA0D0-4DD1-DE6B-7E56-DC5A2274A77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4" name="Group 96">
                  <a:extLst>
                    <a:ext uri="{FF2B5EF4-FFF2-40B4-BE49-F238E27FC236}">
                      <a16:creationId xmlns:a16="http://schemas.microsoft.com/office/drawing/2014/main" id="{8A7B4F59-71AA-F67C-1524-2C50174E5E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85" name="Group 97">
                    <a:extLst>
                      <a:ext uri="{FF2B5EF4-FFF2-40B4-BE49-F238E27FC236}">
                        <a16:creationId xmlns:a16="http://schemas.microsoft.com/office/drawing/2014/main" id="{68A9B426-B3F5-E8A8-8EF2-FA024DB1D67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00" name="Freeform 98">
                      <a:extLst>
                        <a:ext uri="{FF2B5EF4-FFF2-40B4-BE49-F238E27FC236}">
                          <a16:creationId xmlns:a16="http://schemas.microsoft.com/office/drawing/2014/main" id="{C78D6D03-1502-CEC3-9645-F1CA3B18F52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1" name="Freeform 99">
                      <a:extLst>
                        <a:ext uri="{FF2B5EF4-FFF2-40B4-BE49-F238E27FC236}">
                          <a16:creationId xmlns:a16="http://schemas.microsoft.com/office/drawing/2014/main" id="{B6EBB2CC-E2BD-88BF-6C2A-BF1D88D30F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2" name="Freeform 100">
                      <a:extLst>
                        <a:ext uri="{FF2B5EF4-FFF2-40B4-BE49-F238E27FC236}">
                          <a16:creationId xmlns:a16="http://schemas.microsoft.com/office/drawing/2014/main" id="{B23D8878-DCBE-5A9D-200C-C61D157807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3" name="Freeform 101">
                      <a:extLst>
                        <a:ext uri="{FF2B5EF4-FFF2-40B4-BE49-F238E27FC236}">
                          <a16:creationId xmlns:a16="http://schemas.microsoft.com/office/drawing/2014/main" id="{0B09C1D4-03CF-1BEE-0E42-8445E17717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4" name="Freeform 102">
                      <a:extLst>
                        <a:ext uri="{FF2B5EF4-FFF2-40B4-BE49-F238E27FC236}">
                          <a16:creationId xmlns:a16="http://schemas.microsoft.com/office/drawing/2014/main" id="{BBA2997C-7F1C-F9DB-9C72-05006C7FEE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5" name="Freeform 103">
                      <a:extLst>
                        <a:ext uri="{FF2B5EF4-FFF2-40B4-BE49-F238E27FC236}">
                          <a16:creationId xmlns:a16="http://schemas.microsoft.com/office/drawing/2014/main" id="{4CD4F918-3DC1-5A23-6A13-F913B3DB80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6" name="Freeform 104">
                      <a:extLst>
                        <a:ext uri="{FF2B5EF4-FFF2-40B4-BE49-F238E27FC236}">
                          <a16:creationId xmlns:a16="http://schemas.microsoft.com/office/drawing/2014/main" id="{D097D0E7-3FEB-0993-FE53-4057DF0982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7" name="Freeform 105">
                      <a:extLst>
                        <a:ext uri="{FF2B5EF4-FFF2-40B4-BE49-F238E27FC236}">
                          <a16:creationId xmlns:a16="http://schemas.microsoft.com/office/drawing/2014/main" id="{581EEEDB-0BD8-7B37-0F81-AA4C4CCC92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86" name="Group 106">
                    <a:extLst>
                      <a:ext uri="{FF2B5EF4-FFF2-40B4-BE49-F238E27FC236}">
                        <a16:creationId xmlns:a16="http://schemas.microsoft.com/office/drawing/2014/main" id="{F7A4D72F-2BF2-1F9D-2546-88755774A37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87" name="Freeform 107">
                      <a:extLst>
                        <a:ext uri="{FF2B5EF4-FFF2-40B4-BE49-F238E27FC236}">
                          <a16:creationId xmlns:a16="http://schemas.microsoft.com/office/drawing/2014/main" id="{89B3A6E6-8AC7-F591-D553-C134F9FB25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9" name="Freeform 108">
                      <a:extLst>
                        <a:ext uri="{FF2B5EF4-FFF2-40B4-BE49-F238E27FC236}">
                          <a16:creationId xmlns:a16="http://schemas.microsoft.com/office/drawing/2014/main" id="{E409CC82-75AE-0C1D-1A1E-35501D87C6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0" name="Freeform 109">
                      <a:extLst>
                        <a:ext uri="{FF2B5EF4-FFF2-40B4-BE49-F238E27FC236}">
                          <a16:creationId xmlns:a16="http://schemas.microsoft.com/office/drawing/2014/main" id="{B38F5568-5131-1A30-2934-6D86404B6E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1" name="Freeform 110">
                      <a:extLst>
                        <a:ext uri="{FF2B5EF4-FFF2-40B4-BE49-F238E27FC236}">
                          <a16:creationId xmlns:a16="http://schemas.microsoft.com/office/drawing/2014/main" id="{609B9EC8-3160-B081-5C8B-424683D212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2" name="Freeform 111">
                      <a:extLst>
                        <a:ext uri="{FF2B5EF4-FFF2-40B4-BE49-F238E27FC236}">
                          <a16:creationId xmlns:a16="http://schemas.microsoft.com/office/drawing/2014/main" id="{8D2255D8-A90A-B3A2-1E0E-0D00C18D02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3" name="Freeform 112">
                      <a:extLst>
                        <a:ext uri="{FF2B5EF4-FFF2-40B4-BE49-F238E27FC236}">
                          <a16:creationId xmlns:a16="http://schemas.microsoft.com/office/drawing/2014/main" id="{86587C98-BE33-209A-EE30-49D4026687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4" name="Freeform 113">
                      <a:extLst>
                        <a:ext uri="{FF2B5EF4-FFF2-40B4-BE49-F238E27FC236}">
                          <a16:creationId xmlns:a16="http://schemas.microsoft.com/office/drawing/2014/main" id="{513A9085-4899-A6CE-3FC2-38D8DA038B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5" name="Freeform 114">
                      <a:extLst>
                        <a:ext uri="{FF2B5EF4-FFF2-40B4-BE49-F238E27FC236}">
                          <a16:creationId xmlns:a16="http://schemas.microsoft.com/office/drawing/2014/main" id="{54731B65-9FA8-2D70-BD14-E0B2F75E34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82" name="WordArt 115">
                <a:extLst>
                  <a:ext uri="{FF2B5EF4-FFF2-40B4-BE49-F238E27FC236}">
                    <a16:creationId xmlns:a16="http://schemas.microsoft.com/office/drawing/2014/main" id="{1C89A954-016A-6D39-0562-A35152B6DFD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5" name="WordArt 68">
              <a:extLst>
                <a:ext uri="{FF2B5EF4-FFF2-40B4-BE49-F238E27FC236}">
                  <a16:creationId xmlns:a16="http://schemas.microsoft.com/office/drawing/2014/main" id="{60A56F35-7FB9-E623-63FC-EE8DA36537C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E6F3CD2-3B1D-2F3B-82AB-F27EC5A570CF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209" name="Group 93">
              <a:extLst>
                <a:ext uri="{FF2B5EF4-FFF2-40B4-BE49-F238E27FC236}">
                  <a16:creationId xmlns:a16="http://schemas.microsoft.com/office/drawing/2014/main" id="{02DF8F04-683C-D533-7CD8-3866823AF8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6" name="Group 94">
                <a:extLst>
                  <a:ext uri="{FF2B5EF4-FFF2-40B4-BE49-F238E27FC236}">
                    <a16:creationId xmlns:a16="http://schemas.microsoft.com/office/drawing/2014/main" id="{0114EDD1-2066-4D35-6029-B97CC537FF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38" name="AutoShape 95">
                  <a:extLst>
                    <a:ext uri="{FF2B5EF4-FFF2-40B4-BE49-F238E27FC236}">
                      <a16:creationId xmlns:a16="http://schemas.microsoft.com/office/drawing/2014/main" id="{DB8A9584-9BF5-2868-A9A9-F8A0841EE82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9" name="Group 96">
                  <a:extLst>
                    <a:ext uri="{FF2B5EF4-FFF2-40B4-BE49-F238E27FC236}">
                      <a16:creationId xmlns:a16="http://schemas.microsoft.com/office/drawing/2014/main" id="{59219380-C660-D04D-70B5-A6D6DA40AD6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44" name="Group 97">
                    <a:extLst>
                      <a:ext uri="{FF2B5EF4-FFF2-40B4-BE49-F238E27FC236}">
                        <a16:creationId xmlns:a16="http://schemas.microsoft.com/office/drawing/2014/main" id="{7D9F628A-B16E-3F22-F0B6-8E9325791B0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60" name="Freeform 98">
                      <a:extLst>
                        <a:ext uri="{FF2B5EF4-FFF2-40B4-BE49-F238E27FC236}">
                          <a16:creationId xmlns:a16="http://schemas.microsoft.com/office/drawing/2014/main" id="{596EDE92-D7EB-B487-4C0D-E9B894D564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1" name="Freeform 99">
                      <a:extLst>
                        <a:ext uri="{FF2B5EF4-FFF2-40B4-BE49-F238E27FC236}">
                          <a16:creationId xmlns:a16="http://schemas.microsoft.com/office/drawing/2014/main" id="{BAE3788E-AABF-B461-988D-C4F9703D6E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2" name="Freeform 100">
                      <a:extLst>
                        <a:ext uri="{FF2B5EF4-FFF2-40B4-BE49-F238E27FC236}">
                          <a16:creationId xmlns:a16="http://schemas.microsoft.com/office/drawing/2014/main" id="{10CF717B-4058-218B-535E-7AC0AAFC21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4" name="Freeform 101">
                      <a:extLst>
                        <a:ext uri="{FF2B5EF4-FFF2-40B4-BE49-F238E27FC236}">
                          <a16:creationId xmlns:a16="http://schemas.microsoft.com/office/drawing/2014/main" id="{1368E1C3-A14F-F9E4-A094-D06D8AFCF5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5" name="Freeform 102">
                      <a:extLst>
                        <a:ext uri="{FF2B5EF4-FFF2-40B4-BE49-F238E27FC236}">
                          <a16:creationId xmlns:a16="http://schemas.microsoft.com/office/drawing/2014/main" id="{402F68F1-D6C0-3ACA-3690-3A4037A53B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7" name="Freeform 103">
                      <a:extLst>
                        <a:ext uri="{FF2B5EF4-FFF2-40B4-BE49-F238E27FC236}">
                          <a16:creationId xmlns:a16="http://schemas.microsoft.com/office/drawing/2014/main" id="{B1B21FDD-E5F9-0166-0192-07F4268521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8" name="Freeform 104">
                      <a:extLst>
                        <a:ext uri="{FF2B5EF4-FFF2-40B4-BE49-F238E27FC236}">
                          <a16:creationId xmlns:a16="http://schemas.microsoft.com/office/drawing/2014/main" id="{4DAFEE21-4DD8-7640-81C7-7E264E1DDA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0" name="Freeform 105">
                      <a:extLst>
                        <a:ext uri="{FF2B5EF4-FFF2-40B4-BE49-F238E27FC236}">
                          <a16:creationId xmlns:a16="http://schemas.microsoft.com/office/drawing/2014/main" id="{572A92DB-E401-B978-4793-3D7D56E208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45" name="Group 106">
                    <a:extLst>
                      <a:ext uri="{FF2B5EF4-FFF2-40B4-BE49-F238E27FC236}">
                        <a16:creationId xmlns:a16="http://schemas.microsoft.com/office/drawing/2014/main" id="{F62B4DEB-CFB2-009C-2474-64D21C582C4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46" name="Freeform 107">
                      <a:extLst>
                        <a:ext uri="{FF2B5EF4-FFF2-40B4-BE49-F238E27FC236}">
                          <a16:creationId xmlns:a16="http://schemas.microsoft.com/office/drawing/2014/main" id="{A1BFDE3B-6FFC-BFA8-BE8A-BC7FFABE54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7" name="Freeform 108">
                      <a:extLst>
                        <a:ext uri="{FF2B5EF4-FFF2-40B4-BE49-F238E27FC236}">
                          <a16:creationId xmlns:a16="http://schemas.microsoft.com/office/drawing/2014/main" id="{A7E9294F-045D-7DF7-8D2B-5EE24B35FA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8" name="Freeform 109">
                      <a:extLst>
                        <a:ext uri="{FF2B5EF4-FFF2-40B4-BE49-F238E27FC236}">
                          <a16:creationId xmlns:a16="http://schemas.microsoft.com/office/drawing/2014/main" id="{5D957E54-5EBA-657E-12D2-8A6AC6F711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3" name="Freeform 110">
                      <a:extLst>
                        <a:ext uri="{FF2B5EF4-FFF2-40B4-BE49-F238E27FC236}">
                          <a16:creationId xmlns:a16="http://schemas.microsoft.com/office/drawing/2014/main" id="{9B8675B5-A0CE-9D9A-0433-1F442D675C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4" name="Freeform 111">
                      <a:extLst>
                        <a:ext uri="{FF2B5EF4-FFF2-40B4-BE49-F238E27FC236}">
                          <a16:creationId xmlns:a16="http://schemas.microsoft.com/office/drawing/2014/main" id="{A8B11824-C343-C4C8-E12D-7F7B37A19C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6" name="Freeform 112">
                      <a:extLst>
                        <a:ext uri="{FF2B5EF4-FFF2-40B4-BE49-F238E27FC236}">
                          <a16:creationId xmlns:a16="http://schemas.microsoft.com/office/drawing/2014/main" id="{AF5957F9-6A57-EC8A-4274-701B6E7C4F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7" name="Freeform 113">
                      <a:extLst>
                        <a:ext uri="{FF2B5EF4-FFF2-40B4-BE49-F238E27FC236}">
                          <a16:creationId xmlns:a16="http://schemas.microsoft.com/office/drawing/2014/main" id="{AF501E00-15FA-7718-9FAA-DDC7DB10A0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8" name="Freeform 114">
                      <a:extLst>
                        <a:ext uri="{FF2B5EF4-FFF2-40B4-BE49-F238E27FC236}">
                          <a16:creationId xmlns:a16="http://schemas.microsoft.com/office/drawing/2014/main" id="{B8D05BFD-6541-57BD-A495-E86388A91F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7" name="WordArt 115">
                <a:extLst>
                  <a:ext uri="{FF2B5EF4-FFF2-40B4-BE49-F238E27FC236}">
                    <a16:creationId xmlns:a16="http://schemas.microsoft.com/office/drawing/2014/main" id="{BCCDA8AF-1EB2-D986-2763-08C4503AA20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35" name="WordArt 68">
              <a:extLst>
                <a:ext uri="{FF2B5EF4-FFF2-40B4-BE49-F238E27FC236}">
                  <a16:creationId xmlns:a16="http://schemas.microsoft.com/office/drawing/2014/main" id="{9097EF22-4A8E-58EC-FB93-28A9CD0CAF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DCB014-DE07-9DF9-DA05-6EE2FA0F6F49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E9C70F-DB30-49FA-E0D5-ECB696B620B2}"/>
              </a:ext>
            </a:extLst>
          </p:cNvPr>
          <p:cNvCxnSpPr>
            <a:cxnSpLocks/>
            <a:stCxn id="3" idx="2"/>
            <a:endCxn id="162" idx="1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0D20FEF-86B7-D635-C4C4-7EC149E1BBC3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5F3758-A1E9-9B28-E649-457B5DDEA02D}"/>
              </a:ext>
            </a:extLst>
          </p:cNvPr>
          <p:cNvSpPr txBox="1"/>
          <p:nvPr/>
        </p:nvSpPr>
        <p:spPr>
          <a:xfrm>
            <a:off x="8594697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ECAA37-270B-CBFC-5FC3-61F380EE0EF0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24526-6883-3E76-F6CC-EAF27B5D9A9B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ADFED35-A48B-1C4C-A7D0-441D66990DE3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1" name="Group 93">
              <a:extLst>
                <a:ext uri="{FF2B5EF4-FFF2-40B4-BE49-F238E27FC236}">
                  <a16:creationId xmlns:a16="http://schemas.microsoft.com/office/drawing/2014/main" id="{BD374C69-F937-BE8D-5A49-C2B1BF7967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" name="Group 94">
                <a:extLst>
                  <a:ext uri="{FF2B5EF4-FFF2-40B4-BE49-F238E27FC236}">
                    <a16:creationId xmlns:a16="http://schemas.microsoft.com/office/drawing/2014/main" id="{6139C29E-1924-0CA7-F8F4-A925B4EF5C1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5" name="AutoShape 95">
                  <a:extLst>
                    <a:ext uri="{FF2B5EF4-FFF2-40B4-BE49-F238E27FC236}">
                      <a16:creationId xmlns:a16="http://schemas.microsoft.com/office/drawing/2014/main" id="{540993D9-5399-47EA-2055-C08ECF0D8F3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6" name="Group 96">
                  <a:extLst>
                    <a:ext uri="{FF2B5EF4-FFF2-40B4-BE49-F238E27FC236}">
                      <a16:creationId xmlns:a16="http://schemas.microsoft.com/office/drawing/2014/main" id="{ADFAD001-DA97-55E4-4AB7-31392F0638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7" name="Group 97">
                    <a:extLst>
                      <a:ext uri="{FF2B5EF4-FFF2-40B4-BE49-F238E27FC236}">
                        <a16:creationId xmlns:a16="http://schemas.microsoft.com/office/drawing/2014/main" id="{51CBF2F4-421D-83F7-4368-75B81D81D13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0" name="Freeform 98">
                      <a:extLst>
                        <a:ext uri="{FF2B5EF4-FFF2-40B4-BE49-F238E27FC236}">
                          <a16:creationId xmlns:a16="http://schemas.microsoft.com/office/drawing/2014/main" id="{4E03F46C-37AE-5372-52FD-EC99B34733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99">
                      <a:extLst>
                        <a:ext uri="{FF2B5EF4-FFF2-40B4-BE49-F238E27FC236}">
                          <a16:creationId xmlns:a16="http://schemas.microsoft.com/office/drawing/2014/main" id="{9AA096B3-C394-C209-E95D-09808CDE1D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0">
                      <a:extLst>
                        <a:ext uri="{FF2B5EF4-FFF2-40B4-BE49-F238E27FC236}">
                          <a16:creationId xmlns:a16="http://schemas.microsoft.com/office/drawing/2014/main" id="{0F48CF35-26F5-0E48-78E6-BCBEC1F092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1">
                      <a:extLst>
                        <a:ext uri="{FF2B5EF4-FFF2-40B4-BE49-F238E27FC236}">
                          <a16:creationId xmlns:a16="http://schemas.microsoft.com/office/drawing/2014/main" id="{7170516E-7C38-4C82-2D53-3A42E26474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" name="Freeform 102">
                      <a:extLst>
                        <a:ext uri="{FF2B5EF4-FFF2-40B4-BE49-F238E27FC236}">
                          <a16:creationId xmlns:a16="http://schemas.microsoft.com/office/drawing/2014/main" id="{61418D72-126C-8199-3C00-6D0825032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" name="Freeform 103">
                      <a:extLst>
                        <a:ext uri="{FF2B5EF4-FFF2-40B4-BE49-F238E27FC236}">
                          <a16:creationId xmlns:a16="http://schemas.microsoft.com/office/drawing/2014/main" id="{B2D6BC5D-3132-6F83-7A53-93146F1B1A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8" name="Freeform 104">
                      <a:extLst>
                        <a:ext uri="{FF2B5EF4-FFF2-40B4-BE49-F238E27FC236}">
                          <a16:creationId xmlns:a16="http://schemas.microsoft.com/office/drawing/2014/main" id="{2B10ED9F-5559-DF85-4090-CC7159C254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9" name="Freeform 105">
                      <a:extLst>
                        <a:ext uri="{FF2B5EF4-FFF2-40B4-BE49-F238E27FC236}">
                          <a16:creationId xmlns:a16="http://schemas.microsoft.com/office/drawing/2014/main" id="{2BFF2112-5054-0D57-6BB4-F9EF814CD1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8" name="Group 106">
                    <a:extLst>
                      <a:ext uri="{FF2B5EF4-FFF2-40B4-BE49-F238E27FC236}">
                        <a16:creationId xmlns:a16="http://schemas.microsoft.com/office/drawing/2014/main" id="{80B6D0A7-7D22-3C6C-B2CB-BAFEA50DA7D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9" name="Freeform 107">
                      <a:extLst>
                        <a:ext uri="{FF2B5EF4-FFF2-40B4-BE49-F238E27FC236}">
                          <a16:creationId xmlns:a16="http://schemas.microsoft.com/office/drawing/2014/main" id="{D8646C48-C877-0CFD-3B7A-1A05C73D4B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8">
                      <a:extLst>
                        <a:ext uri="{FF2B5EF4-FFF2-40B4-BE49-F238E27FC236}">
                          <a16:creationId xmlns:a16="http://schemas.microsoft.com/office/drawing/2014/main" id="{C548EE2F-6299-B188-0755-1E1EBDABB3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09">
                      <a:extLst>
                        <a:ext uri="{FF2B5EF4-FFF2-40B4-BE49-F238E27FC236}">
                          <a16:creationId xmlns:a16="http://schemas.microsoft.com/office/drawing/2014/main" id="{57F02C73-24E1-0BE9-2161-FD10DB8159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0">
                      <a:extLst>
                        <a:ext uri="{FF2B5EF4-FFF2-40B4-BE49-F238E27FC236}">
                          <a16:creationId xmlns:a16="http://schemas.microsoft.com/office/drawing/2014/main" id="{5D08D53C-C214-3F2B-1FBE-73BAC3D789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" name="Freeform 111">
                      <a:extLst>
                        <a:ext uri="{FF2B5EF4-FFF2-40B4-BE49-F238E27FC236}">
                          <a16:creationId xmlns:a16="http://schemas.microsoft.com/office/drawing/2014/main" id="{B646AB37-278F-8B46-1405-7F6CC6CAAD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112">
                      <a:extLst>
                        <a:ext uri="{FF2B5EF4-FFF2-40B4-BE49-F238E27FC236}">
                          <a16:creationId xmlns:a16="http://schemas.microsoft.com/office/drawing/2014/main" id="{0EAE3FA7-406A-420C-ED3B-93D320CBBC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13">
                      <a:extLst>
                        <a:ext uri="{FF2B5EF4-FFF2-40B4-BE49-F238E27FC236}">
                          <a16:creationId xmlns:a16="http://schemas.microsoft.com/office/drawing/2014/main" id="{B10B2CA2-407C-7C91-D608-2EACF3AFC4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14">
                      <a:extLst>
                        <a:ext uri="{FF2B5EF4-FFF2-40B4-BE49-F238E27FC236}">
                          <a16:creationId xmlns:a16="http://schemas.microsoft.com/office/drawing/2014/main" id="{F3A2075B-EC5F-8933-D54D-0F0EE62B75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4" name="WordArt 115">
                <a:extLst>
                  <a:ext uri="{FF2B5EF4-FFF2-40B4-BE49-F238E27FC236}">
                    <a16:creationId xmlns:a16="http://schemas.microsoft.com/office/drawing/2014/main" id="{A04F58F8-1DCE-34AF-C351-91CEDD84871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2" name="WordArt 68">
              <a:extLst>
                <a:ext uri="{FF2B5EF4-FFF2-40B4-BE49-F238E27FC236}">
                  <a16:creationId xmlns:a16="http://schemas.microsoft.com/office/drawing/2014/main" id="{9B322354-2530-EE22-BCB4-172506FF73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4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664A-A9CE-F47F-1C8E-D1113E92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8ECA-7AA5-B3B3-8685-AED4EF8A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anycast</a:t>
            </a:r>
          </a:p>
        </p:txBody>
      </p:sp>
      <p:cxnSp>
        <p:nvCxnSpPr>
          <p:cNvPr id="199" name="AutoShape 40">
            <a:extLst>
              <a:ext uri="{FF2B5EF4-FFF2-40B4-BE49-F238E27FC236}">
                <a16:creationId xmlns:a16="http://schemas.microsoft.com/office/drawing/2014/main" id="{1DF494EA-8854-E1E3-49CC-1BEE9702DC0C}"/>
              </a:ext>
            </a:extLst>
          </p:cNvPr>
          <p:cNvCxnSpPr>
            <a:cxnSpLocks noChangeShapeType="1"/>
            <a:stCxn id="315" idx="4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6" name="Gruppo 599">
            <a:extLst>
              <a:ext uri="{FF2B5EF4-FFF2-40B4-BE49-F238E27FC236}">
                <a16:creationId xmlns:a16="http://schemas.microsoft.com/office/drawing/2014/main" id="{88230767-5481-FCBB-5DB2-0A684B4FD7EC}"/>
              </a:ext>
            </a:extLst>
          </p:cNvPr>
          <p:cNvGrpSpPr/>
          <p:nvPr/>
        </p:nvGrpSpPr>
        <p:grpSpPr>
          <a:xfrm>
            <a:off x="9253397" y="5134444"/>
            <a:ext cx="632102" cy="583123"/>
            <a:chOff x="10691757" y="4306849"/>
            <a:chExt cx="378624" cy="350441"/>
          </a:xfrm>
        </p:grpSpPr>
        <p:sp>
          <p:nvSpPr>
            <p:cNvPr id="197" name="AutoShape 171">
              <a:extLst>
                <a:ext uri="{FF2B5EF4-FFF2-40B4-BE49-F238E27FC236}">
                  <a16:creationId xmlns:a16="http://schemas.microsoft.com/office/drawing/2014/main" id="{C6C395F6-60F4-D637-50D8-99A25164A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8" name="mainfrm">
              <a:extLst>
                <a:ext uri="{FF2B5EF4-FFF2-40B4-BE49-F238E27FC236}">
                  <a16:creationId xmlns:a16="http://schemas.microsoft.com/office/drawing/2014/main" id="{8610E975-DDC1-5E37-E04F-043A1A781DD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43" name="AutoShape 40">
            <a:extLst>
              <a:ext uri="{FF2B5EF4-FFF2-40B4-BE49-F238E27FC236}">
                <a16:creationId xmlns:a16="http://schemas.microsoft.com/office/drawing/2014/main" id="{70253EA6-4DB4-E643-800E-B5D12D0E046F}"/>
              </a:ext>
            </a:extLst>
          </p:cNvPr>
          <p:cNvCxnSpPr>
            <a:cxnSpLocks noChangeShapeType="1"/>
            <a:stCxn id="240" idx="4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0" name="Gruppo 599">
            <a:extLst>
              <a:ext uri="{FF2B5EF4-FFF2-40B4-BE49-F238E27FC236}">
                <a16:creationId xmlns:a16="http://schemas.microsoft.com/office/drawing/2014/main" id="{9823DB55-1A80-E9E6-6D9D-94B8E6D813BA}"/>
              </a:ext>
            </a:extLst>
          </p:cNvPr>
          <p:cNvGrpSpPr/>
          <p:nvPr/>
        </p:nvGrpSpPr>
        <p:grpSpPr>
          <a:xfrm>
            <a:off x="7812432" y="3369099"/>
            <a:ext cx="632102" cy="583123"/>
            <a:chOff x="10691757" y="4306849"/>
            <a:chExt cx="378624" cy="350441"/>
          </a:xfrm>
        </p:grpSpPr>
        <p:sp>
          <p:nvSpPr>
            <p:cNvPr id="341" name="AutoShape 171">
              <a:extLst>
                <a:ext uri="{FF2B5EF4-FFF2-40B4-BE49-F238E27FC236}">
                  <a16:creationId xmlns:a16="http://schemas.microsoft.com/office/drawing/2014/main" id="{B3E6375B-650F-1FE6-06ED-5AED24AF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42" name="mainfrm">
              <a:extLst>
                <a:ext uri="{FF2B5EF4-FFF2-40B4-BE49-F238E27FC236}">
                  <a16:creationId xmlns:a16="http://schemas.microsoft.com/office/drawing/2014/main" id="{33989A38-066B-FD03-01AA-2CAEFB06E79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2" name="AutoShape 40">
            <a:extLst>
              <a:ext uri="{FF2B5EF4-FFF2-40B4-BE49-F238E27FC236}">
                <a16:creationId xmlns:a16="http://schemas.microsoft.com/office/drawing/2014/main" id="{35808580-BEB6-D381-69AE-680C4952D6B4}"/>
              </a:ext>
            </a:extLst>
          </p:cNvPr>
          <p:cNvCxnSpPr>
            <a:cxnSpLocks noChangeShapeType="1"/>
            <a:stCxn id="18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9" name="Gruppo 599">
            <a:extLst>
              <a:ext uri="{FF2B5EF4-FFF2-40B4-BE49-F238E27FC236}">
                <a16:creationId xmlns:a16="http://schemas.microsoft.com/office/drawing/2014/main" id="{B6079089-DC0F-889A-0322-CC21B7B19D6A}"/>
              </a:ext>
            </a:extLst>
          </p:cNvPr>
          <p:cNvGrpSpPr/>
          <p:nvPr/>
        </p:nvGrpSpPr>
        <p:grpSpPr>
          <a:xfrm>
            <a:off x="6232537" y="1588740"/>
            <a:ext cx="632102" cy="583123"/>
            <a:chOff x="10691757" y="4306849"/>
            <a:chExt cx="378624" cy="350441"/>
          </a:xfrm>
        </p:grpSpPr>
        <p:sp>
          <p:nvSpPr>
            <p:cNvPr id="350" name="AutoShape 171">
              <a:extLst>
                <a:ext uri="{FF2B5EF4-FFF2-40B4-BE49-F238E27FC236}">
                  <a16:creationId xmlns:a16="http://schemas.microsoft.com/office/drawing/2014/main" id="{28E3F034-DBE4-AB79-EF4B-8483A38CA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51" name="mainfrm">
              <a:extLst>
                <a:ext uri="{FF2B5EF4-FFF2-40B4-BE49-F238E27FC236}">
                  <a16:creationId xmlns:a16="http://schemas.microsoft.com/office/drawing/2014/main" id="{767D65A5-E4C4-047C-2CF8-08692FD549C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5" name="AutoShape 40">
            <a:extLst>
              <a:ext uri="{FF2B5EF4-FFF2-40B4-BE49-F238E27FC236}">
                <a16:creationId xmlns:a16="http://schemas.microsoft.com/office/drawing/2014/main" id="{6EBD9E7E-FDF8-3521-739F-0C46A4FF5EC8}"/>
              </a:ext>
            </a:extLst>
          </p:cNvPr>
          <p:cNvCxnSpPr>
            <a:cxnSpLocks noChangeShapeType="1"/>
            <a:stCxn id="215" idx="2"/>
            <a:endCxn id="162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40">
            <a:extLst>
              <a:ext uri="{FF2B5EF4-FFF2-40B4-BE49-F238E27FC236}">
                <a16:creationId xmlns:a16="http://schemas.microsoft.com/office/drawing/2014/main" id="{0D1F9399-C72E-CFF7-9663-77045160BF69}"/>
              </a:ext>
            </a:extLst>
          </p:cNvPr>
          <p:cNvCxnSpPr>
            <a:cxnSpLocks noChangeShapeType="1"/>
            <a:stCxn id="290" idx="2"/>
            <a:endCxn id="162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40">
            <a:extLst>
              <a:ext uri="{FF2B5EF4-FFF2-40B4-BE49-F238E27FC236}">
                <a16:creationId xmlns:a16="http://schemas.microsoft.com/office/drawing/2014/main" id="{2B0566F9-BDD0-7280-343C-D4C18F249D0D}"/>
              </a:ext>
            </a:extLst>
          </p:cNvPr>
          <p:cNvCxnSpPr>
            <a:cxnSpLocks noChangeShapeType="1"/>
            <a:stCxn id="215" idx="4"/>
            <a:endCxn id="240" idx="2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6" name="AutoShape 40">
            <a:extLst>
              <a:ext uri="{FF2B5EF4-FFF2-40B4-BE49-F238E27FC236}">
                <a16:creationId xmlns:a16="http://schemas.microsoft.com/office/drawing/2014/main" id="{6200A0E8-8B24-9019-104E-AA0FFCDE3798}"/>
              </a:ext>
            </a:extLst>
          </p:cNvPr>
          <p:cNvCxnSpPr>
            <a:cxnSpLocks noChangeShapeType="1"/>
            <a:stCxn id="290" idx="4"/>
            <a:endCxn id="265" idx="2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40">
            <a:extLst>
              <a:ext uri="{FF2B5EF4-FFF2-40B4-BE49-F238E27FC236}">
                <a16:creationId xmlns:a16="http://schemas.microsoft.com/office/drawing/2014/main" id="{70D8A0C2-6B74-A09C-CBA8-18DB36399E88}"/>
              </a:ext>
            </a:extLst>
          </p:cNvPr>
          <p:cNvCxnSpPr>
            <a:cxnSpLocks noChangeShapeType="1"/>
            <a:stCxn id="265" idx="4"/>
            <a:endCxn id="315" idx="2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63A55971-0C7A-B545-ABC2-4398B719B6DF}"/>
              </a:ext>
            </a:extLst>
          </p:cNvPr>
          <p:cNvSpPr txBox="1"/>
          <p:nvPr/>
        </p:nvSpPr>
        <p:spPr>
          <a:xfrm>
            <a:off x="8864648" y="57337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webservice3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1E79E1B5-6E46-243A-A724-AD138F14367C}"/>
              </a:ext>
            </a:extLst>
          </p:cNvPr>
          <p:cNvSpPr txBox="1"/>
          <p:nvPr/>
        </p:nvSpPr>
        <p:spPr>
          <a:xfrm>
            <a:off x="7423683" y="392313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webservice2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867E56D-5C7E-2DD8-7172-7DE7C8B5A55A}"/>
              </a:ext>
            </a:extLst>
          </p:cNvPr>
          <p:cNvSpPr txBox="1"/>
          <p:nvPr/>
        </p:nvSpPr>
        <p:spPr>
          <a:xfrm>
            <a:off x="5843788" y="217731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webservice1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0F7F21-F2FB-1835-61A7-2927B6C0EFC3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14" name="Group 93">
              <a:extLst>
                <a:ext uri="{FF2B5EF4-FFF2-40B4-BE49-F238E27FC236}">
                  <a16:creationId xmlns:a16="http://schemas.microsoft.com/office/drawing/2014/main" id="{F2DD781D-9C7F-B2EA-2D5A-E9C28AA4C3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6" name="Group 94">
                <a:extLst>
                  <a:ext uri="{FF2B5EF4-FFF2-40B4-BE49-F238E27FC236}">
                    <a16:creationId xmlns:a16="http://schemas.microsoft.com/office/drawing/2014/main" id="{9032BE41-E384-AA1B-1022-BC7EB35C7F7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" name="AutoShape 95">
                  <a:extLst>
                    <a:ext uri="{FF2B5EF4-FFF2-40B4-BE49-F238E27FC236}">
                      <a16:creationId xmlns:a16="http://schemas.microsoft.com/office/drawing/2014/main" id="{AABED710-0B07-70A4-B580-ACAE0868416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" name="Group 96">
                  <a:extLst>
                    <a:ext uri="{FF2B5EF4-FFF2-40B4-BE49-F238E27FC236}">
                      <a16:creationId xmlns:a16="http://schemas.microsoft.com/office/drawing/2014/main" id="{3076313D-2544-1047-B2FF-152E8B50EC7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0" name="Group 97">
                    <a:extLst>
                      <a:ext uri="{FF2B5EF4-FFF2-40B4-BE49-F238E27FC236}">
                        <a16:creationId xmlns:a16="http://schemas.microsoft.com/office/drawing/2014/main" id="{672BE0F0-27DF-D568-2162-1DB74F00F7C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5" name="Freeform 98">
                      <a:extLst>
                        <a:ext uri="{FF2B5EF4-FFF2-40B4-BE49-F238E27FC236}">
                          <a16:creationId xmlns:a16="http://schemas.microsoft.com/office/drawing/2014/main" id="{8AB6D103-3E51-136A-9F9E-6058FB8DC8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" name="Freeform 99">
                      <a:extLst>
                        <a:ext uri="{FF2B5EF4-FFF2-40B4-BE49-F238E27FC236}">
                          <a16:creationId xmlns:a16="http://schemas.microsoft.com/office/drawing/2014/main" id="{7FFDB0D9-3EB1-3BBF-D7F6-2F8E195C49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" name="Freeform 100">
                      <a:extLst>
                        <a:ext uri="{FF2B5EF4-FFF2-40B4-BE49-F238E27FC236}">
                          <a16:creationId xmlns:a16="http://schemas.microsoft.com/office/drawing/2014/main" id="{8EBE014A-7BE6-3B34-C795-D924593AC5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" name="Freeform 101">
                      <a:extLst>
                        <a:ext uri="{FF2B5EF4-FFF2-40B4-BE49-F238E27FC236}">
                          <a16:creationId xmlns:a16="http://schemas.microsoft.com/office/drawing/2014/main" id="{937F3834-2F4D-FF96-3907-AA4ED374EC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" name="Freeform 102">
                      <a:extLst>
                        <a:ext uri="{FF2B5EF4-FFF2-40B4-BE49-F238E27FC236}">
                          <a16:creationId xmlns:a16="http://schemas.microsoft.com/office/drawing/2014/main" id="{C5BEC6BA-9C92-5728-482F-398D42FAFB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" name="Freeform 103">
                      <a:extLst>
                        <a:ext uri="{FF2B5EF4-FFF2-40B4-BE49-F238E27FC236}">
                          <a16:creationId xmlns:a16="http://schemas.microsoft.com/office/drawing/2014/main" id="{44ABEA72-9FA4-4D13-5A33-F492CCF30D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" name="Freeform 104">
                      <a:extLst>
                        <a:ext uri="{FF2B5EF4-FFF2-40B4-BE49-F238E27FC236}">
                          <a16:creationId xmlns:a16="http://schemas.microsoft.com/office/drawing/2014/main" id="{5CBD8481-B252-F993-069C-9824A84EEF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" name="Freeform 105">
                      <a:extLst>
                        <a:ext uri="{FF2B5EF4-FFF2-40B4-BE49-F238E27FC236}">
                          <a16:creationId xmlns:a16="http://schemas.microsoft.com/office/drawing/2014/main" id="{D1A3BC8D-B494-189F-396D-93F271E51D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1" name="Group 106">
                    <a:extLst>
                      <a:ext uri="{FF2B5EF4-FFF2-40B4-BE49-F238E27FC236}">
                        <a16:creationId xmlns:a16="http://schemas.microsoft.com/office/drawing/2014/main" id="{F7B48BC7-DEF0-363A-D35C-A7EEFACC28B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" name="Freeform 107">
                      <a:extLst>
                        <a:ext uri="{FF2B5EF4-FFF2-40B4-BE49-F238E27FC236}">
                          <a16:creationId xmlns:a16="http://schemas.microsoft.com/office/drawing/2014/main" id="{9546ED98-5FBA-DB7A-CCE6-041FD933B0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" name="Freeform 108">
                      <a:extLst>
                        <a:ext uri="{FF2B5EF4-FFF2-40B4-BE49-F238E27FC236}">
                          <a16:creationId xmlns:a16="http://schemas.microsoft.com/office/drawing/2014/main" id="{A968436C-CF24-7279-323B-554953E6D3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4" name="Freeform 109">
                      <a:extLst>
                        <a:ext uri="{FF2B5EF4-FFF2-40B4-BE49-F238E27FC236}">
                          <a16:creationId xmlns:a16="http://schemas.microsoft.com/office/drawing/2014/main" id="{C921CA95-AFA0-107E-5668-7EC65642EB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5" name="Freeform 110">
                      <a:extLst>
                        <a:ext uri="{FF2B5EF4-FFF2-40B4-BE49-F238E27FC236}">
                          <a16:creationId xmlns:a16="http://schemas.microsoft.com/office/drawing/2014/main" id="{F250B29E-7C22-EA17-2A62-C0C9655E10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6" name="Freeform 111">
                      <a:extLst>
                        <a:ext uri="{FF2B5EF4-FFF2-40B4-BE49-F238E27FC236}">
                          <a16:creationId xmlns:a16="http://schemas.microsoft.com/office/drawing/2014/main" id="{B7BD379C-B418-AC6F-7B40-AA2421FFEC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7" name="Freeform 112">
                      <a:extLst>
                        <a:ext uri="{FF2B5EF4-FFF2-40B4-BE49-F238E27FC236}">
                          <a16:creationId xmlns:a16="http://schemas.microsoft.com/office/drawing/2014/main" id="{A08012B3-4B47-BD55-B045-75C3222723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8" name="Freeform 113">
                      <a:extLst>
                        <a:ext uri="{FF2B5EF4-FFF2-40B4-BE49-F238E27FC236}">
                          <a16:creationId xmlns:a16="http://schemas.microsoft.com/office/drawing/2014/main" id="{A759011F-B0C9-5AB6-FE26-424775FD18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" name="Freeform 114">
                      <a:extLst>
                        <a:ext uri="{FF2B5EF4-FFF2-40B4-BE49-F238E27FC236}">
                          <a16:creationId xmlns:a16="http://schemas.microsoft.com/office/drawing/2014/main" id="{69877C63-8CD9-4260-C110-68DD356275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7" name="WordArt 115">
                <a:extLst>
                  <a:ext uri="{FF2B5EF4-FFF2-40B4-BE49-F238E27FC236}">
                    <a16:creationId xmlns:a16="http://schemas.microsoft.com/office/drawing/2014/main" id="{D79FB546-805A-0C02-89FD-3547181F163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" name="WordArt 68">
              <a:extLst>
                <a:ext uri="{FF2B5EF4-FFF2-40B4-BE49-F238E27FC236}">
                  <a16:creationId xmlns:a16="http://schemas.microsoft.com/office/drawing/2014/main" id="{38C9ED6A-72F4-5D4B-EF21-4F17E95126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DCD7753E-CD42-57B5-FCF4-B582F846243C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463" name="Group 93">
              <a:extLst>
                <a:ext uri="{FF2B5EF4-FFF2-40B4-BE49-F238E27FC236}">
                  <a16:creationId xmlns:a16="http://schemas.microsoft.com/office/drawing/2014/main" id="{68B61B70-5436-41E5-87F4-764206CD12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5" name="Group 94">
                <a:extLst>
                  <a:ext uri="{FF2B5EF4-FFF2-40B4-BE49-F238E27FC236}">
                    <a16:creationId xmlns:a16="http://schemas.microsoft.com/office/drawing/2014/main" id="{45352102-C39D-31F8-7E49-F4FCC0EB4D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7" name="AutoShape 95">
                  <a:extLst>
                    <a:ext uri="{FF2B5EF4-FFF2-40B4-BE49-F238E27FC236}">
                      <a16:creationId xmlns:a16="http://schemas.microsoft.com/office/drawing/2014/main" id="{E26971A0-D0D1-D995-1925-2001D146DEA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8" name="Group 96">
                  <a:extLst>
                    <a:ext uri="{FF2B5EF4-FFF2-40B4-BE49-F238E27FC236}">
                      <a16:creationId xmlns:a16="http://schemas.microsoft.com/office/drawing/2014/main" id="{2A895D8D-42C0-F129-A0C8-88149E1F45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9" name="Group 97">
                    <a:extLst>
                      <a:ext uri="{FF2B5EF4-FFF2-40B4-BE49-F238E27FC236}">
                        <a16:creationId xmlns:a16="http://schemas.microsoft.com/office/drawing/2014/main" id="{D6154800-6579-5918-5BD2-9A8822CF089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9" name="Freeform 98">
                      <a:extLst>
                        <a:ext uri="{FF2B5EF4-FFF2-40B4-BE49-F238E27FC236}">
                          <a16:creationId xmlns:a16="http://schemas.microsoft.com/office/drawing/2014/main" id="{8143F3FC-F4F0-8D79-31BA-DA6288BC5D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99">
                      <a:extLst>
                        <a:ext uri="{FF2B5EF4-FFF2-40B4-BE49-F238E27FC236}">
                          <a16:creationId xmlns:a16="http://schemas.microsoft.com/office/drawing/2014/main" id="{6AFBC3F5-DB54-A00A-12ED-00D2E09BF5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0">
                      <a:extLst>
                        <a:ext uri="{FF2B5EF4-FFF2-40B4-BE49-F238E27FC236}">
                          <a16:creationId xmlns:a16="http://schemas.microsoft.com/office/drawing/2014/main" id="{EB8FA495-67FA-A5F1-01EC-B615841E1E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1">
                      <a:extLst>
                        <a:ext uri="{FF2B5EF4-FFF2-40B4-BE49-F238E27FC236}">
                          <a16:creationId xmlns:a16="http://schemas.microsoft.com/office/drawing/2014/main" id="{A13C24FA-850C-AC10-5D86-35C068CFB3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2">
                      <a:extLst>
                        <a:ext uri="{FF2B5EF4-FFF2-40B4-BE49-F238E27FC236}">
                          <a16:creationId xmlns:a16="http://schemas.microsoft.com/office/drawing/2014/main" id="{88CB8AC8-92F8-81F0-B471-A1803DBF8F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3">
                      <a:extLst>
                        <a:ext uri="{FF2B5EF4-FFF2-40B4-BE49-F238E27FC236}">
                          <a16:creationId xmlns:a16="http://schemas.microsoft.com/office/drawing/2014/main" id="{673D9D49-D595-6400-32A8-67CAFF2A5D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5" name="Freeform 104">
                      <a:extLst>
                        <a:ext uri="{FF2B5EF4-FFF2-40B4-BE49-F238E27FC236}">
                          <a16:creationId xmlns:a16="http://schemas.microsoft.com/office/drawing/2014/main" id="{A9BBDFEA-C7E9-7374-5180-B30D5DE768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6" name="Freeform 105">
                      <a:extLst>
                        <a:ext uri="{FF2B5EF4-FFF2-40B4-BE49-F238E27FC236}">
                          <a16:creationId xmlns:a16="http://schemas.microsoft.com/office/drawing/2014/main" id="{229BBE05-6FBE-B042-148D-299897CA2C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70" name="Group 106">
                    <a:extLst>
                      <a:ext uri="{FF2B5EF4-FFF2-40B4-BE49-F238E27FC236}">
                        <a16:creationId xmlns:a16="http://schemas.microsoft.com/office/drawing/2014/main" id="{8BB5EBE3-E112-0F62-4AFC-D18FC749A6B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1" name="Freeform 107">
                      <a:extLst>
                        <a:ext uri="{FF2B5EF4-FFF2-40B4-BE49-F238E27FC236}">
                          <a16:creationId xmlns:a16="http://schemas.microsoft.com/office/drawing/2014/main" id="{87427C35-1FC9-A9EF-094C-D522FA5E60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08">
                      <a:extLst>
                        <a:ext uri="{FF2B5EF4-FFF2-40B4-BE49-F238E27FC236}">
                          <a16:creationId xmlns:a16="http://schemas.microsoft.com/office/drawing/2014/main" id="{4E5D774B-41D6-64B1-A9F6-D494F530E0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09">
                      <a:extLst>
                        <a:ext uri="{FF2B5EF4-FFF2-40B4-BE49-F238E27FC236}">
                          <a16:creationId xmlns:a16="http://schemas.microsoft.com/office/drawing/2014/main" id="{E827E8F5-D73B-D535-6B7F-7FF2B87571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0">
                      <a:extLst>
                        <a:ext uri="{FF2B5EF4-FFF2-40B4-BE49-F238E27FC236}">
                          <a16:creationId xmlns:a16="http://schemas.microsoft.com/office/drawing/2014/main" id="{40B71AFB-B79C-6873-3A0A-0C3135586F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1">
                      <a:extLst>
                        <a:ext uri="{FF2B5EF4-FFF2-40B4-BE49-F238E27FC236}">
                          <a16:creationId xmlns:a16="http://schemas.microsoft.com/office/drawing/2014/main" id="{4C774014-5382-8430-AA5B-8DB5FCFFBF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2">
                      <a:extLst>
                        <a:ext uri="{FF2B5EF4-FFF2-40B4-BE49-F238E27FC236}">
                          <a16:creationId xmlns:a16="http://schemas.microsoft.com/office/drawing/2014/main" id="{DB768D9A-7029-08CC-950E-A71FAFEAAF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7" name="Freeform 113">
                      <a:extLst>
                        <a:ext uri="{FF2B5EF4-FFF2-40B4-BE49-F238E27FC236}">
                          <a16:creationId xmlns:a16="http://schemas.microsoft.com/office/drawing/2014/main" id="{2E343182-1910-242D-0CB4-D2D07E108B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114">
                      <a:extLst>
                        <a:ext uri="{FF2B5EF4-FFF2-40B4-BE49-F238E27FC236}">
                          <a16:creationId xmlns:a16="http://schemas.microsoft.com/office/drawing/2014/main" id="{8CE8C63F-5E18-0FC5-4A88-B49419DB51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6" name="WordArt 115">
                <a:extLst>
                  <a:ext uri="{FF2B5EF4-FFF2-40B4-BE49-F238E27FC236}">
                    <a16:creationId xmlns:a16="http://schemas.microsoft.com/office/drawing/2014/main" id="{C03130C7-8685-0DFA-19A4-4DE7D66F564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4" name="WordArt 68">
              <a:extLst>
                <a:ext uri="{FF2B5EF4-FFF2-40B4-BE49-F238E27FC236}">
                  <a16:creationId xmlns:a16="http://schemas.microsoft.com/office/drawing/2014/main" id="{4A90A140-98F6-37C9-8CF0-947CB2AB7D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E0EB9995-7BBD-FF24-1F1E-EA75A2EB5A5E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488" name="Group 93">
              <a:extLst>
                <a:ext uri="{FF2B5EF4-FFF2-40B4-BE49-F238E27FC236}">
                  <a16:creationId xmlns:a16="http://schemas.microsoft.com/office/drawing/2014/main" id="{DA90904B-DB1E-2A5D-1AB6-C01ED69854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0" name="Group 94">
                <a:extLst>
                  <a:ext uri="{FF2B5EF4-FFF2-40B4-BE49-F238E27FC236}">
                    <a16:creationId xmlns:a16="http://schemas.microsoft.com/office/drawing/2014/main" id="{104F5501-C2A6-E09E-D376-995E24B2F49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2" name="AutoShape 95">
                  <a:extLst>
                    <a:ext uri="{FF2B5EF4-FFF2-40B4-BE49-F238E27FC236}">
                      <a16:creationId xmlns:a16="http://schemas.microsoft.com/office/drawing/2014/main" id="{92B09643-7D2A-A9FF-0D7E-9A334A5279C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93" name="Group 96">
                  <a:extLst>
                    <a:ext uri="{FF2B5EF4-FFF2-40B4-BE49-F238E27FC236}">
                      <a16:creationId xmlns:a16="http://schemas.microsoft.com/office/drawing/2014/main" id="{F1B8DECE-196B-6B4D-33EA-EF571AAB18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94" name="Group 97">
                    <a:extLst>
                      <a:ext uri="{FF2B5EF4-FFF2-40B4-BE49-F238E27FC236}">
                        <a16:creationId xmlns:a16="http://schemas.microsoft.com/office/drawing/2014/main" id="{DCA83CEA-0861-6662-35C3-1295A9B1E71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04" name="Freeform 98">
                      <a:extLst>
                        <a:ext uri="{FF2B5EF4-FFF2-40B4-BE49-F238E27FC236}">
                          <a16:creationId xmlns:a16="http://schemas.microsoft.com/office/drawing/2014/main" id="{DDB9BC89-DA72-A336-82DA-3A541E87DE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5" name="Freeform 99">
                      <a:extLst>
                        <a:ext uri="{FF2B5EF4-FFF2-40B4-BE49-F238E27FC236}">
                          <a16:creationId xmlns:a16="http://schemas.microsoft.com/office/drawing/2014/main" id="{60DD7698-104F-0B9B-7C63-31298B57B8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6" name="Freeform 100">
                      <a:extLst>
                        <a:ext uri="{FF2B5EF4-FFF2-40B4-BE49-F238E27FC236}">
                          <a16:creationId xmlns:a16="http://schemas.microsoft.com/office/drawing/2014/main" id="{D80FA231-DE11-B67F-4265-F9E00F6C48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7" name="Freeform 101">
                      <a:extLst>
                        <a:ext uri="{FF2B5EF4-FFF2-40B4-BE49-F238E27FC236}">
                          <a16:creationId xmlns:a16="http://schemas.microsoft.com/office/drawing/2014/main" id="{F1483304-B584-D350-0BE9-2492F6828B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8" name="Freeform 102">
                      <a:extLst>
                        <a:ext uri="{FF2B5EF4-FFF2-40B4-BE49-F238E27FC236}">
                          <a16:creationId xmlns:a16="http://schemas.microsoft.com/office/drawing/2014/main" id="{0334B061-E296-3212-F2E0-61B45AFCB2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9" name="Freeform 103">
                      <a:extLst>
                        <a:ext uri="{FF2B5EF4-FFF2-40B4-BE49-F238E27FC236}">
                          <a16:creationId xmlns:a16="http://schemas.microsoft.com/office/drawing/2014/main" id="{0293E0DA-177D-3D68-1703-5D25490DE5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0" name="Freeform 104">
                      <a:extLst>
                        <a:ext uri="{FF2B5EF4-FFF2-40B4-BE49-F238E27FC236}">
                          <a16:creationId xmlns:a16="http://schemas.microsoft.com/office/drawing/2014/main" id="{74C15579-DF59-3D6A-BDFA-89033E270E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1" name="Freeform 105">
                      <a:extLst>
                        <a:ext uri="{FF2B5EF4-FFF2-40B4-BE49-F238E27FC236}">
                          <a16:creationId xmlns:a16="http://schemas.microsoft.com/office/drawing/2014/main" id="{8429310B-9473-3682-6DD2-99F74C9872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95" name="Group 106">
                    <a:extLst>
                      <a:ext uri="{FF2B5EF4-FFF2-40B4-BE49-F238E27FC236}">
                        <a16:creationId xmlns:a16="http://schemas.microsoft.com/office/drawing/2014/main" id="{34AC5420-07FC-B98B-26B9-F1A80EF8388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96" name="Freeform 107">
                      <a:extLst>
                        <a:ext uri="{FF2B5EF4-FFF2-40B4-BE49-F238E27FC236}">
                          <a16:creationId xmlns:a16="http://schemas.microsoft.com/office/drawing/2014/main" id="{EDE01BDA-8AF8-CD12-41CE-47B0FFCADF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7" name="Freeform 108">
                      <a:extLst>
                        <a:ext uri="{FF2B5EF4-FFF2-40B4-BE49-F238E27FC236}">
                          <a16:creationId xmlns:a16="http://schemas.microsoft.com/office/drawing/2014/main" id="{64749A59-7A43-1C14-1011-CC4C25330B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8" name="Freeform 109">
                      <a:extLst>
                        <a:ext uri="{FF2B5EF4-FFF2-40B4-BE49-F238E27FC236}">
                          <a16:creationId xmlns:a16="http://schemas.microsoft.com/office/drawing/2014/main" id="{2D8A87BE-6736-2D07-3710-01E5AB4F9D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9" name="Freeform 110">
                      <a:extLst>
                        <a:ext uri="{FF2B5EF4-FFF2-40B4-BE49-F238E27FC236}">
                          <a16:creationId xmlns:a16="http://schemas.microsoft.com/office/drawing/2014/main" id="{CDC7A23D-3FAD-1CB5-C01A-3811EB2B5B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0" name="Freeform 111">
                      <a:extLst>
                        <a:ext uri="{FF2B5EF4-FFF2-40B4-BE49-F238E27FC236}">
                          <a16:creationId xmlns:a16="http://schemas.microsoft.com/office/drawing/2014/main" id="{3AB106F8-79B0-EE5F-9F4B-C487F2C6FE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1" name="Freeform 112">
                      <a:extLst>
                        <a:ext uri="{FF2B5EF4-FFF2-40B4-BE49-F238E27FC236}">
                          <a16:creationId xmlns:a16="http://schemas.microsoft.com/office/drawing/2014/main" id="{B43974AB-D706-05FA-DBED-884D97F29F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2" name="Freeform 113">
                      <a:extLst>
                        <a:ext uri="{FF2B5EF4-FFF2-40B4-BE49-F238E27FC236}">
                          <a16:creationId xmlns:a16="http://schemas.microsoft.com/office/drawing/2014/main" id="{BA431D60-4D63-1C25-6026-83079B9CA9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3" name="Freeform 114">
                      <a:extLst>
                        <a:ext uri="{FF2B5EF4-FFF2-40B4-BE49-F238E27FC236}">
                          <a16:creationId xmlns:a16="http://schemas.microsoft.com/office/drawing/2014/main" id="{36E02F2A-587D-836E-6DEE-4D7B8D7BE9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91" name="WordArt 115">
                <a:extLst>
                  <a:ext uri="{FF2B5EF4-FFF2-40B4-BE49-F238E27FC236}">
                    <a16:creationId xmlns:a16="http://schemas.microsoft.com/office/drawing/2014/main" id="{78A616A4-29E5-6FFD-51D6-6D049947406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89" name="WordArt 68">
              <a:extLst>
                <a:ext uri="{FF2B5EF4-FFF2-40B4-BE49-F238E27FC236}">
                  <a16:creationId xmlns:a16="http://schemas.microsoft.com/office/drawing/2014/main" id="{4A430C6C-8D27-D6C9-BF2E-67FBE3E6FE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FD42A35-C7DD-53F5-BC61-9D199922F875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129" name="Group 93">
              <a:extLst>
                <a:ext uri="{FF2B5EF4-FFF2-40B4-BE49-F238E27FC236}">
                  <a16:creationId xmlns:a16="http://schemas.microsoft.com/office/drawing/2014/main" id="{26281AF3-F3C1-9C6F-86F4-4E5E27943F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31" name="Group 94">
                <a:extLst>
                  <a:ext uri="{FF2B5EF4-FFF2-40B4-BE49-F238E27FC236}">
                    <a16:creationId xmlns:a16="http://schemas.microsoft.com/office/drawing/2014/main" id="{60D38D4C-4219-27C8-0498-4A78E818952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33" name="AutoShape 95">
                  <a:extLst>
                    <a:ext uri="{FF2B5EF4-FFF2-40B4-BE49-F238E27FC236}">
                      <a16:creationId xmlns:a16="http://schemas.microsoft.com/office/drawing/2014/main" id="{C62E16EB-7FFC-43D2-00CA-5789F1FB2A0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4" name="Group 96">
                  <a:extLst>
                    <a:ext uri="{FF2B5EF4-FFF2-40B4-BE49-F238E27FC236}">
                      <a16:creationId xmlns:a16="http://schemas.microsoft.com/office/drawing/2014/main" id="{A4396EED-001E-D1C3-2D80-5C77FA6307E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35" name="Group 97">
                    <a:extLst>
                      <a:ext uri="{FF2B5EF4-FFF2-40B4-BE49-F238E27FC236}">
                        <a16:creationId xmlns:a16="http://schemas.microsoft.com/office/drawing/2014/main" id="{81D6C0E9-2D52-E827-BF91-1A0ABF90561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45" name="Freeform 98">
                      <a:extLst>
                        <a:ext uri="{FF2B5EF4-FFF2-40B4-BE49-F238E27FC236}">
                          <a16:creationId xmlns:a16="http://schemas.microsoft.com/office/drawing/2014/main" id="{7D6BFF56-7EF8-E696-162C-5CDE5D088E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6" name="Freeform 99">
                      <a:extLst>
                        <a:ext uri="{FF2B5EF4-FFF2-40B4-BE49-F238E27FC236}">
                          <a16:creationId xmlns:a16="http://schemas.microsoft.com/office/drawing/2014/main" id="{E2327BCB-8842-718B-C07A-0DFEAE5C44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7" name="Freeform 100">
                      <a:extLst>
                        <a:ext uri="{FF2B5EF4-FFF2-40B4-BE49-F238E27FC236}">
                          <a16:creationId xmlns:a16="http://schemas.microsoft.com/office/drawing/2014/main" id="{2959D302-33DE-271B-C02D-A8DFCB327C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8" name="Freeform 101">
                      <a:extLst>
                        <a:ext uri="{FF2B5EF4-FFF2-40B4-BE49-F238E27FC236}">
                          <a16:creationId xmlns:a16="http://schemas.microsoft.com/office/drawing/2014/main" id="{BA1E9B71-63F5-C53F-3411-12E569DF68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9" name="Freeform 102">
                      <a:extLst>
                        <a:ext uri="{FF2B5EF4-FFF2-40B4-BE49-F238E27FC236}">
                          <a16:creationId xmlns:a16="http://schemas.microsoft.com/office/drawing/2014/main" id="{CFA9457B-B9DA-39A6-87A2-564DA70CEE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0" name="Freeform 103">
                      <a:extLst>
                        <a:ext uri="{FF2B5EF4-FFF2-40B4-BE49-F238E27FC236}">
                          <a16:creationId xmlns:a16="http://schemas.microsoft.com/office/drawing/2014/main" id="{A2F9B9B4-0978-89A1-0033-71BB0E2ADC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1" name="Freeform 104">
                      <a:extLst>
                        <a:ext uri="{FF2B5EF4-FFF2-40B4-BE49-F238E27FC236}">
                          <a16:creationId xmlns:a16="http://schemas.microsoft.com/office/drawing/2014/main" id="{CB1838A7-27C8-BB3D-5ACB-F9A672A559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2" name="Freeform 105">
                      <a:extLst>
                        <a:ext uri="{FF2B5EF4-FFF2-40B4-BE49-F238E27FC236}">
                          <a16:creationId xmlns:a16="http://schemas.microsoft.com/office/drawing/2014/main" id="{7EB437BC-B1AA-FCB4-10F0-1B9D1BB776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36" name="Group 106">
                    <a:extLst>
                      <a:ext uri="{FF2B5EF4-FFF2-40B4-BE49-F238E27FC236}">
                        <a16:creationId xmlns:a16="http://schemas.microsoft.com/office/drawing/2014/main" id="{4B2C17B7-612F-486F-1B3E-371FDAF0837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37" name="Freeform 107">
                      <a:extLst>
                        <a:ext uri="{FF2B5EF4-FFF2-40B4-BE49-F238E27FC236}">
                          <a16:creationId xmlns:a16="http://schemas.microsoft.com/office/drawing/2014/main" id="{4386DC26-801E-9A10-77E4-936775BE97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8" name="Freeform 108">
                      <a:extLst>
                        <a:ext uri="{FF2B5EF4-FFF2-40B4-BE49-F238E27FC236}">
                          <a16:creationId xmlns:a16="http://schemas.microsoft.com/office/drawing/2014/main" id="{FA4C0163-FBA7-36A6-B55B-2890F62F99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9" name="Freeform 109">
                      <a:extLst>
                        <a:ext uri="{FF2B5EF4-FFF2-40B4-BE49-F238E27FC236}">
                          <a16:creationId xmlns:a16="http://schemas.microsoft.com/office/drawing/2014/main" id="{8E591014-4E5A-59BF-492E-04CCE726FD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0" name="Freeform 110">
                      <a:extLst>
                        <a:ext uri="{FF2B5EF4-FFF2-40B4-BE49-F238E27FC236}">
                          <a16:creationId xmlns:a16="http://schemas.microsoft.com/office/drawing/2014/main" id="{CD27167D-3FBA-3936-19DC-F528CF3267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1" name="Freeform 111">
                      <a:extLst>
                        <a:ext uri="{FF2B5EF4-FFF2-40B4-BE49-F238E27FC236}">
                          <a16:creationId xmlns:a16="http://schemas.microsoft.com/office/drawing/2014/main" id="{0026C8B4-2455-8DDD-27E7-CB9D3CDFC1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2" name="Freeform 112">
                      <a:extLst>
                        <a:ext uri="{FF2B5EF4-FFF2-40B4-BE49-F238E27FC236}">
                          <a16:creationId xmlns:a16="http://schemas.microsoft.com/office/drawing/2014/main" id="{8ED29997-6844-C891-1F62-1F352F6B5B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3" name="Freeform 113">
                      <a:extLst>
                        <a:ext uri="{FF2B5EF4-FFF2-40B4-BE49-F238E27FC236}">
                          <a16:creationId xmlns:a16="http://schemas.microsoft.com/office/drawing/2014/main" id="{9F0EB579-59A2-877A-2FC2-8B03BFCB87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4" name="Freeform 114">
                      <a:extLst>
                        <a:ext uri="{FF2B5EF4-FFF2-40B4-BE49-F238E27FC236}">
                          <a16:creationId xmlns:a16="http://schemas.microsoft.com/office/drawing/2014/main" id="{0CFA56CF-07FC-82FB-156E-66EF3FA8F3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32" name="WordArt 115">
                <a:extLst>
                  <a:ext uri="{FF2B5EF4-FFF2-40B4-BE49-F238E27FC236}">
                    <a16:creationId xmlns:a16="http://schemas.microsoft.com/office/drawing/2014/main" id="{CF0CF09E-9685-5D97-4343-E53FB427892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30" name="WordArt 68">
              <a:extLst>
                <a:ext uri="{FF2B5EF4-FFF2-40B4-BE49-F238E27FC236}">
                  <a16:creationId xmlns:a16="http://schemas.microsoft.com/office/drawing/2014/main" id="{DED792AD-3263-C4CB-3404-4B3B48B1E1C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1091834-0E14-C950-EBED-5BEE3F2477B0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154" name="Group 93">
              <a:extLst>
                <a:ext uri="{FF2B5EF4-FFF2-40B4-BE49-F238E27FC236}">
                  <a16:creationId xmlns:a16="http://schemas.microsoft.com/office/drawing/2014/main" id="{923F0B53-67A4-A205-395F-48974E8246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56" name="Group 94">
                <a:extLst>
                  <a:ext uri="{FF2B5EF4-FFF2-40B4-BE49-F238E27FC236}">
                    <a16:creationId xmlns:a16="http://schemas.microsoft.com/office/drawing/2014/main" id="{4B60D3FE-5677-8197-8DD0-077DD616CD2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3" name="AutoShape 95">
                  <a:extLst>
                    <a:ext uri="{FF2B5EF4-FFF2-40B4-BE49-F238E27FC236}">
                      <a16:creationId xmlns:a16="http://schemas.microsoft.com/office/drawing/2014/main" id="{08D10606-3B70-1E5A-A734-F1DD3918E52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4" name="Group 96">
                  <a:extLst>
                    <a:ext uri="{FF2B5EF4-FFF2-40B4-BE49-F238E27FC236}">
                      <a16:creationId xmlns:a16="http://schemas.microsoft.com/office/drawing/2014/main" id="{57516460-001C-B52A-03CC-9E39D1B405F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85" name="Group 97">
                    <a:extLst>
                      <a:ext uri="{FF2B5EF4-FFF2-40B4-BE49-F238E27FC236}">
                        <a16:creationId xmlns:a16="http://schemas.microsoft.com/office/drawing/2014/main" id="{6BBA8FEA-9DCD-AF22-E3F8-E36D2AB29F3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00" name="Freeform 98">
                      <a:extLst>
                        <a:ext uri="{FF2B5EF4-FFF2-40B4-BE49-F238E27FC236}">
                          <a16:creationId xmlns:a16="http://schemas.microsoft.com/office/drawing/2014/main" id="{89A2A39A-187E-0FEE-1A99-D7E9466A4F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1" name="Freeform 99">
                      <a:extLst>
                        <a:ext uri="{FF2B5EF4-FFF2-40B4-BE49-F238E27FC236}">
                          <a16:creationId xmlns:a16="http://schemas.microsoft.com/office/drawing/2014/main" id="{61F5FF13-6419-075D-BF5C-4820F0F178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2" name="Freeform 100">
                      <a:extLst>
                        <a:ext uri="{FF2B5EF4-FFF2-40B4-BE49-F238E27FC236}">
                          <a16:creationId xmlns:a16="http://schemas.microsoft.com/office/drawing/2014/main" id="{A0E05561-0135-AD1C-B536-4A2C152FF7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3" name="Freeform 101">
                      <a:extLst>
                        <a:ext uri="{FF2B5EF4-FFF2-40B4-BE49-F238E27FC236}">
                          <a16:creationId xmlns:a16="http://schemas.microsoft.com/office/drawing/2014/main" id="{E02F7B99-AFC1-D342-75E3-A62DF2832E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4" name="Freeform 102">
                      <a:extLst>
                        <a:ext uri="{FF2B5EF4-FFF2-40B4-BE49-F238E27FC236}">
                          <a16:creationId xmlns:a16="http://schemas.microsoft.com/office/drawing/2014/main" id="{64DB0540-136A-4AA4-C768-9214E92DD1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5" name="Freeform 103">
                      <a:extLst>
                        <a:ext uri="{FF2B5EF4-FFF2-40B4-BE49-F238E27FC236}">
                          <a16:creationId xmlns:a16="http://schemas.microsoft.com/office/drawing/2014/main" id="{6C8A6364-F1C8-5883-05F3-A4E8B9B2E4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6" name="Freeform 104">
                      <a:extLst>
                        <a:ext uri="{FF2B5EF4-FFF2-40B4-BE49-F238E27FC236}">
                          <a16:creationId xmlns:a16="http://schemas.microsoft.com/office/drawing/2014/main" id="{E677DD22-9CBB-FD49-B8DD-43F04444A8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7" name="Freeform 105">
                      <a:extLst>
                        <a:ext uri="{FF2B5EF4-FFF2-40B4-BE49-F238E27FC236}">
                          <a16:creationId xmlns:a16="http://schemas.microsoft.com/office/drawing/2014/main" id="{A3C858CB-9A4D-7991-6237-79CF705251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86" name="Group 106">
                    <a:extLst>
                      <a:ext uri="{FF2B5EF4-FFF2-40B4-BE49-F238E27FC236}">
                        <a16:creationId xmlns:a16="http://schemas.microsoft.com/office/drawing/2014/main" id="{F118C628-3C21-C584-FB05-A80D50D7041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87" name="Freeform 107">
                      <a:extLst>
                        <a:ext uri="{FF2B5EF4-FFF2-40B4-BE49-F238E27FC236}">
                          <a16:creationId xmlns:a16="http://schemas.microsoft.com/office/drawing/2014/main" id="{8CF30245-C810-C11B-0F86-D03036678F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9" name="Freeform 108">
                      <a:extLst>
                        <a:ext uri="{FF2B5EF4-FFF2-40B4-BE49-F238E27FC236}">
                          <a16:creationId xmlns:a16="http://schemas.microsoft.com/office/drawing/2014/main" id="{5E92CFF0-70AF-38C0-6A35-4D5938C1B9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0" name="Freeform 109">
                      <a:extLst>
                        <a:ext uri="{FF2B5EF4-FFF2-40B4-BE49-F238E27FC236}">
                          <a16:creationId xmlns:a16="http://schemas.microsoft.com/office/drawing/2014/main" id="{841DC492-EB23-52FC-D156-8A7A62ED16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1" name="Freeform 110">
                      <a:extLst>
                        <a:ext uri="{FF2B5EF4-FFF2-40B4-BE49-F238E27FC236}">
                          <a16:creationId xmlns:a16="http://schemas.microsoft.com/office/drawing/2014/main" id="{9588DBF2-91B2-EC10-58BD-4DB70448C5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2" name="Freeform 111">
                      <a:extLst>
                        <a:ext uri="{FF2B5EF4-FFF2-40B4-BE49-F238E27FC236}">
                          <a16:creationId xmlns:a16="http://schemas.microsoft.com/office/drawing/2014/main" id="{AEAA62DF-3DE7-8940-DF9F-6B90D1000F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3" name="Freeform 112">
                      <a:extLst>
                        <a:ext uri="{FF2B5EF4-FFF2-40B4-BE49-F238E27FC236}">
                          <a16:creationId xmlns:a16="http://schemas.microsoft.com/office/drawing/2014/main" id="{1C95FF2E-AB2F-4158-39CA-BAFE16443A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4" name="Freeform 113">
                      <a:extLst>
                        <a:ext uri="{FF2B5EF4-FFF2-40B4-BE49-F238E27FC236}">
                          <a16:creationId xmlns:a16="http://schemas.microsoft.com/office/drawing/2014/main" id="{3FAC8DA4-D6CA-8418-A8CD-9CC51828F7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5" name="Freeform 114">
                      <a:extLst>
                        <a:ext uri="{FF2B5EF4-FFF2-40B4-BE49-F238E27FC236}">
                          <a16:creationId xmlns:a16="http://schemas.microsoft.com/office/drawing/2014/main" id="{0FE0DAAC-35D6-E51B-93A8-357418C6FC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82" name="WordArt 115">
                <a:extLst>
                  <a:ext uri="{FF2B5EF4-FFF2-40B4-BE49-F238E27FC236}">
                    <a16:creationId xmlns:a16="http://schemas.microsoft.com/office/drawing/2014/main" id="{5F21D33C-AFD4-2F43-4882-74BF0944B69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5" name="WordArt 68">
              <a:extLst>
                <a:ext uri="{FF2B5EF4-FFF2-40B4-BE49-F238E27FC236}">
                  <a16:creationId xmlns:a16="http://schemas.microsoft.com/office/drawing/2014/main" id="{E3B404BB-B8BD-5931-1F38-7C4EA00A437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1A15B71-0EB1-0554-4668-1611722D8697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209" name="Group 93">
              <a:extLst>
                <a:ext uri="{FF2B5EF4-FFF2-40B4-BE49-F238E27FC236}">
                  <a16:creationId xmlns:a16="http://schemas.microsoft.com/office/drawing/2014/main" id="{54D8319C-FBEF-31BF-B2FD-CD77D0B13F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6" name="Group 94">
                <a:extLst>
                  <a:ext uri="{FF2B5EF4-FFF2-40B4-BE49-F238E27FC236}">
                    <a16:creationId xmlns:a16="http://schemas.microsoft.com/office/drawing/2014/main" id="{946FE5BC-D2BA-16D6-F7C6-1CA0DFA8500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38" name="AutoShape 95">
                  <a:extLst>
                    <a:ext uri="{FF2B5EF4-FFF2-40B4-BE49-F238E27FC236}">
                      <a16:creationId xmlns:a16="http://schemas.microsoft.com/office/drawing/2014/main" id="{027E60DD-CBD4-9CAE-5F6A-0CF0A7272BE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9" name="Group 96">
                  <a:extLst>
                    <a:ext uri="{FF2B5EF4-FFF2-40B4-BE49-F238E27FC236}">
                      <a16:creationId xmlns:a16="http://schemas.microsoft.com/office/drawing/2014/main" id="{DFACD731-D361-44AD-1BD6-73D108DF939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44" name="Group 97">
                    <a:extLst>
                      <a:ext uri="{FF2B5EF4-FFF2-40B4-BE49-F238E27FC236}">
                        <a16:creationId xmlns:a16="http://schemas.microsoft.com/office/drawing/2014/main" id="{C525D598-6874-A9F5-A2B7-A9D7019D4AC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60" name="Freeform 98">
                      <a:extLst>
                        <a:ext uri="{FF2B5EF4-FFF2-40B4-BE49-F238E27FC236}">
                          <a16:creationId xmlns:a16="http://schemas.microsoft.com/office/drawing/2014/main" id="{D2AEEA3E-F20C-7FB9-191A-73CC5F4F08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1" name="Freeform 99">
                      <a:extLst>
                        <a:ext uri="{FF2B5EF4-FFF2-40B4-BE49-F238E27FC236}">
                          <a16:creationId xmlns:a16="http://schemas.microsoft.com/office/drawing/2014/main" id="{6F6774DB-8C0B-0F85-4F1D-7E02979543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2" name="Freeform 100">
                      <a:extLst>
                        <a:ext uri="{FF2B5EF4-FFF2-40B4-BE49-F238E27FC236}">
                          <a16:creationId xmlns:a16="http://schemas.microsoft.com/office/drawing/2014/main" id="{65B5812D-478D-BA8C-9F8D-B06599E0FB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4" name="Freeform 101">
                      <a:extLst>
                        <a:ext uri="{FF2B5EF4-FFF2-40B4-BE49-F238E27FC236}">
                          <a16:creationId xmlns:a16="http://schemas.microsoft.com/office/drawing/2014/main" id="{E40DB6F6-B74F-BCAE-5FF2-F1110FE6D9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5" name="Freeform 102">
                      <a:extLst>
                        <a:ext uri="{FF2B5EF4-FFF2-40B4-BE49-F238E27FC236}">
                          <a16:creationId xmlns:a16="http://schemas.microsoft.com/office/drawing/2014/main" id="{F724F780-41BC-C0D9-2B1D-9536CC9A7E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7" name="Freeform 103">
                      <a:extLst>
                        <a:ext uri="{FF2B5EF4-FFF2-40B4-BE49-F238E27FC236}">
                          <a16:creationId xmlns:a16="http://schemas.microsoft.com/office/drawing/2014/main" id="{776AB28E-6F1E-06EC-185C-EC36C27B08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8" name="Freeform 104">
                      <a:extLst>
                        <a:ext uri="{FF2B5EF4-FFF2-40B4-BE49-F238E27FC236}">
                          <a16:creationId xmlns:a16="http://schemas.microsoft.com/office/drawing/2014/main" id="{38C98B4E-0FFE-4D5D-D88B-7DB8B6BAC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0" name="Freeform 105">
                      <a:extLst>
                        <a:ext uri="{FF2B5EF4-FFF2-40B4-BE49-F238E27FC236}">
                          <a16:creationId xmlns:a16="http://schemas.microsoft.com/office/drawing/2014/main" id="{3A3CE30C-F9FD-67B6-AD7F-F105F16DD7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45" name="Group 106">
                    <a:extLst>
                      <a:ext uri="{FF2B5EF4-FFF2-40B4-BE49-F238E27FC236}">
                        <a16:creationId xmlns:a16="http://schemas.microsoft.com/office/drawing/2014/main" id="{F5B08DBD-FDC1-D9EE-83E2-42EAB77DA1C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46" name="Freeform 107">
                      <a:extLst>
                        <a:ext uri="{FF2B5EF4-FFF2-40B4-BE49-F238E27FC236}">
                          <a16:creationId xmlns:a16="http://schemas.microsoft.com/office/drawing/2014/main" id="{BB5BFCE4-9579-003D-765E-3B67E27B61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7" name="Freeform 108">
                      <a:extLst>
                        <a:ext uri="{FF2B5EF4-FFF2-40B4-BE49-F238E27FC236}">
                          <a16:creationId xmlns:a16="http://schemas.microsoft.com/office/drawing/2014/main" id="{E32195D3-695D-8E89-618F-4AB502B893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8" name="Freeform 109">
                      <a:extLst>
                        <a:ext uri="{FF2B5EF4-FFF2-40B4-BE49-F238E27FC236}">
                          <a16:creationId xmlns:a16="http://schemas.microsoft.com/office/drawing/2014/main" id="{6DB3F8A1-1ABD-DCB5-DC33-89A57E31C4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3" name="Freeform 110">
                      <a:extLst>
                        <a:ext uri="{FF2B5EF4-FFF2-40B4-BE49-F238E27FC236}">
                          <a16:creationId xmlns:a16="http://schemas.microsoft.com/office/drawing/2014/main" id="{BD869EC2-B840-387A-EB67-845F54449F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4" name="Freeform 111">
                      <a:extLst>
                        <a:ext uri="{FF2B5EF4-FFF2-40B4-BE49-F238E27FC236}">
                          <a16:creationId xmlns:a16="http://schemas.microsoft.com/office/drawing/2014/main" id="{B098A3C6-E357-6871-2403-9D3EFD4CBB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6" name="Freeform 112">
                      <a:extLst>
                        <a:ext uri="{FF2B5EF4-FFF2-40B4-BE49-F238E27FC236}">
                          <a16:creationId xmlns:a16="http://schemas.microsoft.com/office/drawing/2014/main" id="{C415F14B-5061-33B6-E9CB-970A79858F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7" name="Freeform 113">
                      <a:extLst>
                        <a:ext uri="{FF2B5EF4-FFF2-40B4-BE49-F238E27FC236}">
                          <a16:creationId xmlns:a16="http://schemas.microsoft.com/office/drawing/2014/main" id="{0815F84B-BC5A-2BEB-E7A3-D556706C64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8" name="Freeform 114">
                      <a:extLst>
                        <a:ext uri="{FF2B5EF4-FFF2-40B4-BE49-F238E27FC236}">
                          <a16:creationId xmlns:a16="http://schemas.microsoft.com/office/drawing/2014/main" id="{CB74FF3F-0C2E-FF54-7696-C0EE5590A1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7" name="WordArt 115">
                <a:extLst>
                  <a:ext uri="{FF2B5EF4-FFF2-40B4-BE49-F238E27FC236}">
                    <a16:creationId xmlns:a16="http://schemas.microsoft.com/office/drawing/2014/main" id="{360EF701-238A-9C16-DF71-950D746415A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35" name="WordArt 68">
              <a:extLst>
                <a:ext uri="{FF2B5EF4-FFF2-40B4-BE49-F238E27FC236}">
                  <a16:creationId xmlns:a16="http://schemas.microsoft.com/office/drawing/2014/main" id="{281F17AD-9798-D74D-4253-4152652760F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32FFB84-6C9A-6652-AD8E-1970A371E5C8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7C4AC5-ECD6-8BD1-5E9F-2E13A2ACA909}"/>
              </a:ext>
            </a:extLst>
          </p:cNvPr>
          <p:cNvCxnSpPr>
            <a:cxnSpLocks/>
            <a:stCxn id="3" idx="2"/>
            <a:endCxn id="162" idx="1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6405588-E883-71A6-99E4-4BA16959973B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222CBF-9A04-9998-547E-F8385D8BF47D}"/>
              </a:ext>
            </a:extLst>
          </p:cNvPr>
          <p:cNvSpPr txBox="1"/>
          <p:nvPr/>
        </p:nvSpPr>
        <p:spPr>
          <a:xfrm>
            <a:off x="8594697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EB825F-F3AC-0D1B-9EB8-71DF7E9DDAB0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EE172-441B-E97B-D500-2CD19DC3802E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DEA6C5-94E3-E559-503B-4B2594B7BD5F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2EE32BCD-97F8-5D10-4706-EF83BAD82C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71114989-148B-44EA-A9E2-938C3F6CFCD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FABB2502-87C3-78E6-E7A5-9C7D9CE71BA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45D0E85D-CAC4-0746-0036-B6501C2CB1A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16C3AD30-187F-FAE7-A87D-7FFC6B676AC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9" name="Freeform 98">
                      <a:extLst>
                        <a:ext uri="{FF2B5EF4-FFF2-40B4-BE49-F238E27FC236}">
                          <a16:creationId xmlns:a16="http://schemas.microsoft.com/office/drawing/2014/main" id="{11EFE939-161E-85ED-7AEA-08C52EBAB9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99">
                      <a:extLst>
                        <a:ext uri="{FF2B5EF4-FFF2-40B4-BE49-F238E27FC236}">
                          <a16:creationId xmlns:a16="http://schemas.microsoft.com/office/drawing/2014/main" id="{0BD9198C-C011-31E5-31B8-957ABF6B87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0">
                      <a:extLst>
                        <a:ext uri="{FF2B5EF4-FFF2-40B4-BE49-F238E27FC236}">
                          <a16:creationId xmlns:a16="http://schemas.microsoft.com/office/drawing/2014/main" id="{BCA8CBD6-FD08-F7E4-41DD-2C81A0AB75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1">
                      <a:extLst>
                        <a:ext uri="{FF2B5EF4-FFF2-40B4-BE49-F238E27FC236}">
                          <a16:creationId xmlns:a16="http://schemas.microsoft.com/office/drawing/2014/main" id="{8555DCA9-63F4-80FB-D340-80DF18F1DD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2">
                      <a:extLst>
                        <a:ext uri="{FF2B5EF4-FFF2-40B4-BE49-F238E27FC236}">
                          <a16:creationId xmlns:a16="http://schemas.microsoft.com/office/drawing/2014/main" id="{D1B0352B-17DD-A16C-2F18-FBDB574285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" name="Freeform 103">
                      <a:extLst>
                        <a:ext uri="{FF2B5EF4-FFF2-40B4-BE49-F238E27FC236}">
                          <a16:creationId xmlns:a16="http://schemas.microsoft.com/office/drawing/2014/main" id="{2C1AA577-F1A9-2A43-0689-4F60057CF3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" name="Freeform 104">
                      <a:extLst>
                        <a:ext uri="{FF2B5EF4-FFF2-40B4-BE49-F238E27FC236}">
                          <a16:creationId xmlns:a16="http://schemas.microsoft.com/office/drawing/2014/main" id="{60437735-1772-8468-EDB4-F396A1B3AB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8" name="Freeform 105">
                      <a:extLst>
                        <a:ext uri="{FF2B5EF4-FFF2-40B4-BE49-F238E27FC236}">
                          <a16:creationId xmlns:a16="http://schemas.microsoft.com/office/drawing/2014/main" id="{DEB7C39C-7611-DFAA-4B97-0081269323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1007AF5C-B936-54C2-5741-DD01100F30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A2185EC7-9F6A-B5F8-95C4-D87E658AFC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216080BA-BD43-4403-4FF5-F82CD02D16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4DAACCA3-0AAE-F01E-6709-18DF9C704D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BD2AC267-9685-A0D2-2303-EA12DBED30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46BA5274-2E42-78E2-05FF-DDEA5BFD22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" name="Freeform 112">
                      <a:extLst>
                        <a:ext uri="{FF2B5EF4-FFF2-40B4-BE49-F238E27FC236}">
                          <a16:creationId xmlns:a16="http://schemas.microsoft.com/office/drawing/2014/main" id="{24D66FBE-6E16-B8D0-D33E-B2EEE602FC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113">
                      <a:extLst>
                        <a:ext uri="{FF2B5EF4-FFF2-40B4-BE49-F238E27FC236}">
                          <a16:creationId xmlns:a16="http://schemas.microsoft.com/office/drawing/2014/main" id="{80C032D7-ACAD-0DF1-7D85-D1C6992798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14">
                      <a:extLst>
                        <a:ext uri="{FF2B5EF4-FFF2-40B4-BE49-F238E27FC236}">
                          <a16:creationId xmlns:a16="http://schemas.microsoft.com/office/drawing/2014/main" id="{5583BF4B-A411-B068-D5E4-05750C9E2B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EF056CF4-D4AC-1C1B-C39D-FA3F17D26F4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1C10A552-42D7-84F6-3F34-8AF75B2C54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24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469C0-E710-AB74-DDC8-9695B5AA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CE8A-04D8-0938-F912-B196A259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anycast</a:t>
            </a:r>
          </a:p>
        </p:txBody>
      </p:sp>
      <p:cxnSp>
        <p:nvCxnSpPr>
          <p:cNvPr id="199" name="AutoShape 40">
            <a:extLst>
              <a:ext uri="{FF2B5EF4-FFF2-40B4-BE49-F238E27FC236}">
                <a16:creationId xmlns:a16="http://schemas.microsoft.com/office/drawing/2014/main" id="{CB3EA11C-9032-455B-4DBC-50E9D0714E22}"/>
              </a:ext>
            </a:extLst>
          </p:cNvPr>
          <p:cNvCxnSpPr>
            <a:cxnSpLocks noChangeShapeType="1"/>
            <a:stCxn id="315" idx="4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6" name="Gruppo 599">
            <a:extLst>
              <a:ext uri="{FF2B5EF4-FFF2-40B4-BE49-F238E27FC236}">
                <a16:creationId xmlns:a16="http://schemas.microsoft.com/office/drawing/2014/main" id="{12088A83-AAA1-7972-D40F-0DC781122D3E}"/>
              </a:ext>
            </a:extLst>
          </p:cNvPr>
          <p:cNvGrpSpPr/>
          <p:nvPr/>
        </p:nvGrpSpPr>
        <p:grpSpPr>
          <a:xfrm>
            <a:off x="9253397" y="5134444"/>
            <a:ext cx="632102" cy="583123"/>
            <a:chOff x="10691757" y="4306849"/>
            <a:chExt cx="378624" cy="350441"/>
          </a:xfrm>
        </p:grpSpPr>
        <p:sp>
          <p:nvSpPr>
            <p:cNvPr id="197" name="AutoShape 171">
              <a:extLst>
                <a:ext uri="{FF2B5EF4-FFF2-40B4-BE49-F238E27FC236}">
                  <a16:creationId xmlns:a16="http://schemas.microsoft.com/office/drawing/2014/main" id="{C666FB7A-71D5-D9DA-C2E8-7C868AD01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8" name="mainfrm">
              <a:extLst>
                <a:ext uri="{FF2B5EF4-FFF2-40B4-BE49-F238E27FC236}">
                  <a16:creationId xmlns:a16="http://schemas.microsoft.com/office/drawing/2014/main" id="{D98E5F87-293A-F122-5252-E98BC46F5DA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43" name="AutoShape 40">
            <a:extLst>
              <a:ext uri="{FF2B5EF4-FFF2-40B4-BE49-F238E27FC236}">
                <a16:creationId xmlns:a16="http://schemas.microsoft.com/office/drawing/2014/main" id="{F4DAA0AB-1925-7BA8-B261-27B94322C32A}"/>
              </a:ext>
            </a:extLst>
          </p:cNvPr>
          <p:cNvCxnSpPr>
            <a:cxnSpLocks noChangeShapeType="1"/>
            <a:stCxn id="240" idx="4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0" name="Gruppo 599">
            <a:extLst>
              <a:ext uri="{FF2B5EF4-FFF2-40B4-BE49-F238E27FC236}">
                <a16:creationId xmlns:a16="http://schemas.microsoft.com/office/drawing/2014/main" id="{30D63941-4666-1EC8-22D1-ED21149BB7ED}"/>
              </a:ext>
            </a:extLst>
          </p:cNvPr>
          <p:cNvGrpSpPr/>
          <p:nvPr/>
        </p:nvGrpSpPr>
        <p:grpSpPr>
          <a:xfrm>
            <a:off x="7812432" y="3369099"/>
            <a:ext cx="632102" cy="583123"/>
            <a:chOff x="10691757" y="4306849"/>
            <a:chExt cx="378624" cy="350441"/>
          </a:xfrm>
        </p:grpSpPr>
        <p:sp>
          <p:nvSpPr>
            <p:cNvPr id="341" name="AutoShape 171">
              <a:extLst>
                <a:ext uri="{FF2B5EF4-FFF2-40B4-BE49-F238E27FC236}">
                  <a16:creationId xmlns:a16="http://schemas.microsoft.com/office/drawing/2014/main" id="{4CEFB018-8736-4FC8-1142-D011EA5D2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42" name="mainfrm">
              <a:extLst>
                <a:ext uri="{FF2B5EF4-FFF2-40B4-BE49-F238E27FC236}">
                  <a16:creationId xmlns:a16="http://schemas.microsoft.com/office/drawing/2014/main" id="{C8CED0E6-65AB-2D96-F52B-6E9B1D011B5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2" name="AutoShape 40">
            <a:extLst>
              <a:ext uri="{FF2B5EF4-FFF2-40B4-BE49-F238E27FC236}">
                <a16:creationId xmlns:a16="http://schemas.microsoft.com/office/drawing/2014/main" id="{02E5F5D8-7681-1F08-1A69-887F54A6F7D1}"/>
              </a:ext>
            </a:extLst>
          </p:cNvPr>
          <p:cNvCxnSpPr>
            <a:cxnSpLocks noChangeShapeType="1"/>
            <a:stCxn id="18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9" name="Gruppo 599">
            <a:extLst>
              <a:ext uri="{FF2B5EF4-FFF2-40B4-BE49-F238E27FC236}">
                <a16:creationId xmlns:a16="http://schemas.microsoft.com/office/drawing/2014/main" id="{2D468A70-EF1E-D6AF-832C-E5468B1AB792}"/>
              </a:ext>
            </a:extLst>
          </p:cNvPr>
          <p:cNvGrpSpPr/>
          <p:nvPr/>
        </p:nvGrpSpPr>
        <p:grpSpPr>
          <a:xfrm>
            <a:off x="6232537" y="1588740"/>
            <a:ext cx="632102" cy="583123"/>
            <a:chOff x="10691757" y="4306849"/>
            <a:chExt cx="378624" cy="350441"/>
          </a:xfrm>
        </p:grpSpPr>
        <p:sp>
          <p:nvSpPr>
            <p:cNvPr id="350" name="AutoShape 171">
              <a:extLst>
                <a:ext uri="{FF2B5EF4-FFF2-40B4-BE49-F238E27FC236}">
                  <a16:creationId xmlns:a16="http://schemas.microsoft.com/office/drawing/2014/main" id="{23CD9349-1424-A1B4-000A-A6198164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51" name="mainfrm">
              <a:extLst>
                <a:ext uri="{FF2B5EF4-FFF2-40B4-BE49-F238E27FC236}">
                  <a16:creationId xmlns:a16="http://schemas.microsoft.com/office/drawing/2014/main" id="{3C84938C-3003-4136-AF38-BFD4C07FCC4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355" name="AutoShape 40">
            <a:extLst>
              <a:ext uri="{FF2B5EF4-FFF2-40B4-BE49-F238E27FC236}">
                <a16:creationId xmlns:a16="http://schemas.microsoft.com/office/drawing/2014/main" id="{CEC6202B-C0AE-5473-8677-D4171FAACA2F}"/>
              </a:ext>
            </a:extLst>
          </p:cNvPr>
          <p:cNvCxnSpPr>
            <a:cxnSpLocks noChangeShapeType="1"/>
            <a:stCxn id="215" idx="2"/>
            <a:endCxn id="162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40">
            <a:extLst>
              <a:ext uri="{FF2B5EF4-FFF2-40B4-BE49-F238E27FC236}">
                <a16:creationId xmlns:a16="http://schemas.microsoft.com/office/drawing/2014/main" id="{4CB1F4A2-54C6-9542-C2FF-E4EAF4947EE5}"/>
              </a:ext>
            </a:extLst>
          </p:cNvPr>
          <p:cNvCxnSpPr>
            <a:cxnSpLocks noChangeShapeType="1"/>
            <a:stCxn id="290" idx="2"/>
            <a:endCxn id="162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40">
            <a:extLst>
              <a:ext uri="{FF2B5EF4-FFF2-40B4-BE49-F238E27FC236}">
                <a16:creationId xmlns:a16="http://schemas.microsoft.com/office/drawing/2014/main" id="{A28AB032-C59B-F8E0-5F13-9A9D4D5EF777}"/>
              </a:ext>
            </a:extLst>
          </p:cNvPr>
          <p:cNvCxnSpPr>
            <a:cxnSpLocks noChangeShapeType="1"/>
            <a:stCxn id="215" idx="4"/>
            <a:endCxn id="240" idx="2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6" name="AutoShape 40">
            <a:extLst>
              <a:ext uri="{FF2B5EF4-FFF2-40B4-BE49-F238E27FC236}">
                <a16:creationId xmlns:a16="http://schemas.microsoft.com/office/drawing/2014/main" id="{13992320-730E-5900-172E-5AFD75722FAE}"/>
              </a:ext>
            </a:extLst>
          </p:cNvPr>
          <p:cNvCxnSpPr>
            <a:cxnSpLocks noChangeShapeType="1"/>
            <a:stCxn id="290" idx="4"/>
            <a:endCxn id="265" idx="2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40">
            <a:extLst>
              <a:ext uri="{FF2B5EF4-FFF2-40B4-BE49-F238E27FC236}">
                <a16:creationId xmlns:a16="http://schemas.microsoft.com/office/drawing/2014/main" id="{EFF9A8A9-D56F-764F-F1D3-8FA364028CD0}"/>
              </a:ext>
            </a:extLst>
          </p:cNvPr>
          <p:cNvCxnSpPr>
            <a:cxnSpLocks noChangeShapeType="1"/>
            <a:stCxn id="265" idx="4"/>
            <a:endCxn id="315" idx="2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5C55FF16-0D39-1C2B-7182-4E87080D4AF5}"/>
              </a:ext>
            </a:extLst>
          </p:cNvPr>
          <p:cNvSpPr txBox="1"/>
          <p:nvPr/>
        </p:nvSpPr>
        <p:spPr>
          <a:xfrm>
            <a:off x="8864648" y="5733711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webservice3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F360A8C-60C4-DBD6-F4B7-F8A54A6B5173}"/>
              </a:ext>
            </a:extLst>
          </p:cNvPr>
          <p:cNvSpPr txBox="1"/>
          <p:nvPr/>
        </p:nvSpPr>
        <p:spPr>
          <a:xfrm>
            <a:off x="7423683" y="392313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webservice2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55EA67F7-A50F-B1DE-C528-BF96600D58ED}"/>
              </a:ext>
            </a:extLst>
          </p:cNvPr>
          <p:cNvSpPr txBox="1"/>
          <p:nvPr/>
        </p:nvSpPr>
        <p:spPr>
          <a:xfrm>
            <a:off x="5843788" y="2177316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webservice1</a:t>
            </a:r>
          </a:p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F2CFF9-D2CB-1B96-71E6-E2488B8AE819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14" name="Group 93">
              <a:extLst>
                <a:ext uri="{FF2B5EF4-FFF2-40B4-BE49-F238E27FC236}">
                  <a16:creationId xmlns:a16="http://schemas.microsoft.com/office/drawing/2014/main" id="{AB9866D7-9B3F-3CE0-84E0-048C829B6B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6" name="Group 94">
                <a:extLst>
                  <a:ext uri="{FF2B5EF4-FFF2-40B4-BE49-F238E27FC236}">
                    <a16:creationId xmlns:a16="http://schemas.microsoft.com/office/drawing/2014/main" id="{AB92E83E-44DF-8B3D-4928-EF397CDEB0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" name="AutoShape 95">
                  <a:extLst>
                    <a:ext uri="{FF2B5EF4-FFF2-40B4-BE49-F238E27FC236}">
                      <a16:creationId xmlns:a16="http://schemas.microsoft.com/office/drawing/2014/main" id="{B8750506-EC4F-D5CD-9957-79DF023C5C4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" name="Group 96">
                  <a:extLst>
                    <a:ext uri="{FF2B5EF4-FFF2-40B4-BE49-F238E27FC236}">
                      <a16:creationId xmlns:a16="http://schemas.microsoft.com/office/drawing/2014/main" id="{EA4E3097-ADE5-9D71-2C7C-10EE26A3F7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0" name="Group 97">
                    <a:extLst>
                      <a:ext uri="{FF2B5EF4-FFF2-40B4-BE49-F238E27FC236}">
                        <a16:creationId xmlns:a16="http://schemas.microsoft.com/office/drawing/2014/main" id="{5CCE25CD-33A4-72EF-A717-033ED594E4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5" name="Freeform 98">
                      <a:extLst>
                        <a:ext uri="{FF2B5EF4-FFF2-40B4-BE49-F238E27FC236}">
                          <a16:creationId xmlns:a16="http://schemas.microsoft.com/office/drawing/2014/main" id="{29225A3B-8918-118B-7A89-1592CC4237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" name="Freeform 99">
                      <a:extLst>
                        <a:ext uri="{FF2B5EF4-FFF2-40B4-BE49-F238E27FC236}">
                          <a16:creationId xmlns:a16="http://schemas.microsoft.com/office/drawing/2014/main" id="{8BF29AE8-26CE-5810-A738-524F41063D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" name="Freeform 100">
                      <a:extLst>
                        <a:ext uri="{FF2B5EF4-FFF2-40B4-BE49-F238E27FC236}">
                          <a16:creationId xmlns:a16="http://schemas.microsoft.com/office/drawing/2014/main" id="{4A323ECB-8166-3EA9-A0E8-C3BC3B2D3F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" name="Freeform 101">
                      <a:extLst>
                        <a:ext uri="{FF2B5EF4-FFF2-40B4-BE49-F238E27FC236}">
                          <a16:creationId xmlns:a16="http://schemas.microsoft.com/office/drawing/2014/main" id="{57151BC9-492A-E8A2-B14C-247C9B4A6C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" name="Freeform 102">
                      <a:extLst>
                        <a:ext uri="{FF2B5EF4-FFF2-40B4-BE49-F238E27FC236}">
                          <a16:creationId xmlns:a16="http://schemas.microsoft.com/office/drawing/2014/main" id="{EF2F5D6F-6453-90B1-CFB5-88AE3B6E67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" name="Freeform 103">
                      <a:extLst>
                        <a:ext uri="{FF2B5EF4-FFF2-40B4-BE49-F238E27FC236}">
                          <a16:creationId xmlns:a16="http://schemas.microsoft.com/office/drawing/2014/main" id="{AB6DDFEE-CD08-BED7-0879-299A094A3A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" name="Freeform 104">
                      <a:extLst>
                        <a:ext uri="{FF2B5EF4-FFF2-40B4-BE49-F238E27FC236}">
                          <a16:creationId xmlns:a16="http://schemas.microsoft.com/office/drawing/2014/main" id="{841A9D13-2600-A03D-57DF-06BB1505DD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" name="Freeform 105">
                      <a:extLst>
                        <a:ext uri="{FF2B5EF4-FFF2-40B4-BE49-F238E27FC236}">
                          <a16:creationId xmlns:a16="http://schemas.microsoft.com/office/drawing/2014/main" id="{24D10904-8F69-FF0D-5B74-53F1044E81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1" name="Group 106">
                    <a:extLst>
                      <a:ext uri="{FF2B5EF4-FFF2-40B4-BE49-F238E27FC236}">
                        <a16:creationId xmlns:a16="http://schemas.microsoft.com/office/drawing/2014/main" id="{1D75B68C-9059-0A77-114E-8FE3C6B517F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" name="Freeform 107">
                      <a:extLst>
                        <a:ext uri="{FF2B5EF4-FFF2-40B4-BE49-F238E27FC236}">
                          <a16:creationId xmlns:a16="http://schemas.microsoft.com/office/drawing/2014/main" id="{ABEEBD49-C1AA-058F-1F18-BFDA3E5879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" name="Freeform 108">
                      <a:extLst>
                        <a:ext uri="{FF2B5EF4-FFF2-40B4-BE49-F238E27FC236}">
                          <a16:creationId xmlns:a16="http://schemas.microsoft.com/office/drawing/2014/main" id="{B7266415-4F20-FAD7-9875-F757F26558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4" name="Freeform 109">
                      <a:extLst>
                        <a:ext uri="{FF2B5EF4-FFF2-40B4-BE49-F238E27FC236}">
                          <a16:creationId xmlns:a16="http://schemas.microsoft.com/office/drawing/2014/main" id="{C17BB4DD-143B-6422-90E6-249E8506A2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5" name="Freeform 110">
                      <a:extLst>
                        <a:ext uri="{FF2B5EF4-FFF2-40B4-BE49-F238E27FC236}">
                          <a16:creationId xmlns:a16="http://schemas.microsoft.com/office/drawing/2014/main" id="{FABED34F-341D-848F-1884-8C94C9A99A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6" name="Freeform 111">
                      <a:extLst>
                        <a:ext uri="{FF2B5EF4-FFF2-40B4-BE49-F238E27FC236}">
                          <a16:creationId xmlns:a16="http://schemas.microsoft.com/office/drawing/2014/main" id="{19993B81-8A99-BE2E-8A99-BE8BFC88A9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7" name="Freeform 112">
                      <a:extLst>
                        <a:ext uri="{FF2B5EF4-FFF2-40B4-BE49-F238E27FC236}">
                          <a16:creationId xmlns:a16="http://schemas.microsoft.com/office/drawing/2014/main" id="{A8849404-CC6C-D771-D960-4570241349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8" name="Freeform 113">
                      <a:extLst>
                        <a:ext uri="{FF2B5EF4-FFF2-40B4-BE49-F238E27FC236}">
                          <a16:creationId xmlns:a16="http://schemas.microsoft.com/office/drawing/2014/main" id="{3526CD7F-F805-A724-9F49-7FFA21C839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" name="Freeform 114">
                      <a:extLst>
                        <a:ext uri="{FF2B5EF4-FFF2-40B4-BE49-F238E27FC236}">
                          <a16:creationId xmlns:a16="http://schemas.microsoft.com/office/drawing/2014/main" id="{F0888D37-11AD-2108-6A79-B3167A434C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7" name="WordArt 115">
                <a:extLst>
                  <a:ext uri="{FF2B5EF4-FFF2-40B4-BE49-F238E27FC236}">
                    <a16:creationId xmlns:a16="http://schemas.microsoft.com/office/drawing/2014/main" id="{8C040A46-2F08-240E-D95C-31038837B28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" name="WordArt 68">
              <a:extLst>
                <a:ext uri="{FF2B5EF4-FFF2-40B4-BE49-F238E27FC236}">
                  <a16:creationId xmlns:a16="http://schemas.microsoft.com/office/drawing/2014/main" id="{D0E9C168-0604-B4D1-DFEB-190400CBC5A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799E6488-8D8A-5D3F-E813-0B402463CBAB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463" name="Group 93">
              <a:extLst>
                <a:ext uri="{FF2B5EF4-FFF2-40B4-BE49-F238E27FC236}">
                  <a16:creationId xmlns:a16="http://schemas.microsoft.com/office/drawing/2014/main" id="{8D38C2F2-D777-4274-21FB-EF217DA61E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5" name="Group 94">
                <a:extLst>
                  <a:ext uri="{FF2B5EF4-FFF2-40B4-BE49-F238E27FC236}">
                    <a16:creationId xmlns:a16="http://schemas.microsoft.com/office/drawing/2014/main" id="{DCFF9106-2909-897D-FEA0-FE6F11F939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7" name="AutoShape 95">
                  <a:extLst>
                    <a:ext uri="{FF2B5EF4-FFF2-40B4-BE49-F238E27FC236}">
                      <a16:creationId xmlns:a16="http://schemas.microsoft.com/office/drawing/2014/main" id="{ABBD374F-4684-498A-23AA-8FC4979E61F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8" name="Group 96">
                  <a:extLst>
                    <a:ext uri="{FF2B5EF4-FFF2-40B4-BE49-F238E27FC236}">
                      <a16:creationId xmlns:a16="http://schemas.microsoft.com/office/drawing/2014/main" id="{1C1496F3-1356-3C58-F720-8437A8FA57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9" name="Group 97">
                    <a:extLst>
                      <a:ext uri="{FF2B5EF4-FFF2-40B4-BE49-F238E27FC236}">
                        <a16:creationId xmlns:a16="http://schemas.microsoft.com/office/drawing/2014/main" id="{1A4A93D3-31BF-0633-C109-2DC16681791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9" name="Freeform 98">
                      <a:extLst>
                        <a:ext uri="{FF2B5EF4-FFF2-40B4-BE49-F238E27FC236}">
                          <a16:creationId xmlns:a16="http://schemas.microsoft.com/office/drawing/2014/main" id="{95D45A3B-EEF9-F63A-3F4E-8EABC29FC6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99">
                      <a:extLst>
                        <a:ext uri="{FF2B5EF4-FFF2-40B4-BE49-F238E27FC236}">
                          <a16:creationId xmlns:a16="http://schemas.microsoft.com/office/drawing/2014/main" id="{434BE7C2-9D10-A7CE-7799-00C1CEFD0A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0">
                      <a:extLst>
                        <a:ext uri="{FF2B5EF4-FFF2-40B4-BE49-F238E27FC236}">
                          <a16:creationId xmlns:a16="http://schemas.microsoft.com/office/drawing/2014/main" id="{69DC1DEE-8F9B-DAD9-8E5A-001E215F88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1">
                      <a:extLst>
                        <a:ext uri="{FF2B5EF4-FFF2-40B4-BE49-F238E27FC236}">
                          <a16:creationId xmlns:a16="http://schemas.microsoft.com/office/drawing/2014/main" id="{8DD9E5CB-8519-4E59-1F0C-8E6CE10D63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2">
                      <a:extLst>
                        <a:ext uri="{FF2B5EF4-FFF2-40B4-BE49-F238E27FC236}">
                          <a16:creationId xmlns:a16="http://schemas.microsoft.com/office/drawing/2014/main" id="{72A6F41A-9AB2-0791-3427-E62BB1ACF3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3">
                      <a:extLst>
                        <a:ext uri="{FF2B5EF4-FFF2-40B4-BE49-F238E27FC236}">
                          <a16:creationId xmlns:a16="http://schemas.microsoft.com/office/drawing/2014/main" id="{716636C6-958B-4DB7-2838-815EDE83FA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5" name="Freeform 104">
                      <a:extLst>
                        <a:ext uri="{FF2B5EF4-FFF2-40B4-BE49-F238E27FC236}">
                          <a16:creationId xmlns:a16="http://schemas.microsoft.com/office/drawing/2014/main" id="{BBC5FB3F-3312-D0C4-6F05-66B9554F05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6" name="Freeform 105">
                      <a:extLst>
                        <a:ext uri="{FF2B5EF4-FFF2-40B4-BE49-F238E27FC236}">
                          <a16:creationId xmlns:a16="http://schemas.microsoft.com/office/drawing/2014/main" id="{A3DA69E0-77C6-5B61-858E-2053480967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70" name="Group 106">
                    <a:extLst>
                      <a:ext uri="{FF2B5EF4-FFF2-40B4-BE49-F238E27FC236}">
                        <a16:creationId xmlns:a16="http://schemas.microsoft.com/office/drawing/2014/main" id="{78A35241-8740-0CC0-11F7-2BC7DE53800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1" name="Freeform 107">
                      <a:extLst>
                        <a:ext uri="{FF2B5EF4-FFF2-40B4-BE49-F238E27FC236}">
                          <a16:creationId xmlns:a16="http://schemas.microsoft.com/office/drawing/2014/main" id="{CC0BBC6E-EE8D-4A4E-7E9A-CC60BF6048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08">
                      <a:extLst>
                        <a:ext uri="{FF2B5EF4-FFF2-40B4-BE49-F238E27FC236}">
                          <a16:creationId xmlns:a16="http://schemas.microsoft.com/office/drawing/2014/main" id="{34BE1C8E-B657-9B1E-59D3-39D3956F9A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09">
                      <a:extLst>
                        <a:ext uri="{FF2B5EF4-FFF2-40B4-BE49-F238E27FC236}">
                          <a16:creationId xmlns:a16="http://schemas.microsoft.com/office/drawing/2014/main" id="{20945C9C-0141-097F-A1BC-44DF92AB2A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0">
                      <a:extLst>
                        <a:ext uri="{FF2B5EF4-FFF2-40B4-BE49-F238E27FC236}">
                          <a16:creationId xmlns:a16="http://schemas.microsoft.com/office/drawing/2014/main" id="{76C6216F-F383-2DBC-D306-3F66D3D56A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1">
                      <a:extLst>
                        <a:ext uri="{FF2B5EF4-FFF2-40B4-BE49-F238E27FC236}">
                          <a16:creationId xmlns:a16="http://schemas.microsoft.com/office/drawing/2014/main" id="{6EA3B547-25F7-2C8D-C5E2-3A72D31272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2">
                      <a:extLst>
                        <a:ext uri="{FF2B5EF4-FFF2-40B4-BE49-F238E27FC236}">
                          <a16:creationId xmlns:a16="http://schemas.microsoft.com/office/drawing/2014/main" id="{D146EF7E-7BED-E3E5-A6F7-96C0E6FFA7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7" name="Freeform 113">
                      <a:extLst>
                        <a:ext uri="{FF2B5EF4-FFF2-40B4-BE49-F238E27FC236}">
                          <a16:creationId xmlns:a16="http://schemas.microsoft.com/office/drawing/2014/main" id="{29DFACF8-85A9-695E-7A3E-EBF3E961EC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114">
                      <a:extLst>
                        <a:ext uri="{FF2B5EF4-FFF2-40B4-BE49-F238E27FC236}">
                          <a16:creationId xmlns:a16="http://schemas.microsoft.com/office/drawing/2014/main" id="{FFC8AC8E-1DDD-D130-0758-554B264CFE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6" name="WordArt 115">
                <a:extLst>
                  <a:ext uri="{FF2B5EF4-FFF2-40B4-BE49-F238E27FC236}">
                    <a16:creationId xmlns:a16="http://schemas.microsoft.com/office/drawing/2014/main" id="{46695849-E454-E25C-2DD2-4A3C5B4C616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4" name="WordArt 68">
              <a:extLst>
                <a:ext uri="{FF2B5EF4-FFF2-40B4-BE49-F238E27FC236}">
                  <a16:creationId xmlns:a16="http://schemas.microsoft.com/office/drawing/2014/main" id="{343536DA-F031-4B7F-30DD-9BF9FA36315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EC533762-C5F1-69C6-D172-A101C3A597B5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488" name="Group 93">
              <a:extLst>
                <a:ext uri="{FF2B5EF4-FFF2-40B4-BE49-F238E27FC236}">
                  <a16:creationId xmlns:a16="http://schemas.microsoft.com/office/drawing/2014/main" id="{5A12FDEC-0107-E82C-4270-D1582344B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0" name="Group 94">
                <a:extLst>
                  <a:ext uri="{FF2B5EF4-FFF2-40B4-BE49-F238E27FC236}">
                    <a16:creationId xmlns:a16="http://schemas.microsoft.com/office/drawing/2014/main" id="{39F0738C-8D4B-74AD-B727-E04D861FC2D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2" name="AutoShape 95">
                  <a:extLst>
                    <a:ext uri="{FF2B5EF4-FFF2-40B4-BE49-F238E27FC236}">
                      <a16:creationId xmlns:a16="http://schemas.microsoft.com/office/drawing/2014/main" id="{557C81A7-5728-A1BE-FE8D-02BD2023ECA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93" name="Group 96">
                  <a:extLst>
                    <a:ext uri="{FF2B5EF4-FFF2-40B4-BE49-F238E27FC236}">
                      <a16:creationId xmlns:a16="http://schemas.microsoft.com/office/drawing/2014/main" id="{576B086C-F625-F6B9-1136-A2C2E9A4865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94" name="Group 97">
                    <a:extLst>
                      <a:ext uri="{FF2B5EF4-FFF2-40B4-BE49-F238E27FC236}">
                        <a16:creationId xmlns:a16="http://schemas.microsoft.com/office/drawing/2014/main" id="{C6A15BB1-3E9F-C6C6-3EE3-987C8A4290E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04" name="Freeform 98">
                      <a:extLst>
                        <a:ext uri="{FF2B5EF4-FFF2-40B4-BE49-F238E27FC236}">
                          <a16:creationId xmlns:a16="http://schemas.microsoft.com/office/drawing/2014/main" id="{57EC597B-2D28-95D2-9703-C770258040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5" name="Freeform 99">
                      <a:extLst>
                        <a:ext uri="{FF2B5EF4-FFF2-40B4-BE49-F238E27FC236}">
                          <a16:creationId xmlns:a16="http://schemas.microsoft.com/office/drawing/2014/main" id="{75E95953-D328-B332-248A-D58038AE4D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6" name="Freeform 100">
                      <a:extLst>
                        <a:ext uri="{FF2B5EF4-FFF2-40B4-BE49-F238E27FC236}">
                          <a16:creationId xmlns:a16="http://schemas.microsoft.com/office/drawing/2014/main" id="{09A77325-F1FD-2AD4-63E5-585FC91C7E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7" name="Freeform 101">
                      <a:extLst>
                        <a:ext uri="{FF2B5EF4-FFF2-40B4-BE49-F238E27FC236}">
                          <a16:creationId xmlns:a16="http://schemas.microsoft.com/office/drawing/2014/main" id="{28E0F006-48C5-3F91-26EC-6F350F3972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8" name="Freeform 102">
                      <a:extLst>
                        <a:ext uri="{FF2B5EF4-FFF2-40B4-BE49-F238E27FC236}">
                          <a16:creationId xmlns:a16="http://schemas.microsoft.com/office/drawing/2014/main" id="{1649461C-79D8-95D4-C3AC-AEDF2FE821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9" name="Freeform 103">
                      <a:extLst>
                        <a:ext uri="{FF2B5EF4-FFF2-40B4-BE49-F238E27FC236}">
                          <a16:creationId xmlns:a16="http://schemas.microsoft.com/office/drawing/2014/main" id="{E8AF545F-B132-72E4-27D8-3F4EF9FC21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0" name="Freeform 104">
                      <a:extLst>
                        <a:ext uri="{FF2B5EF4-FFF2-40B4-BE49-F238E27FC236}">
                          <a16:creationId xmlns:a16="http://schemas.microsoft.com/office/drawing/2014/main" id="{BCB0AEB9-29D2-6C52-F798-60A7914E9A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1" name="Freeform 105">
                      <a:extLst>
                        <a:ext uri="{FF2B5EF4-FFF2-40B4-BE49-F238E27FC236}">
                          <a16:creationId xmlns:a16="http://schemas.microsoft.com/office/drawing/2014/main" id="{51BAFC7D-671C-93BF-E10F-6C0B069575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95" name="Group 106">
                    <a:extLst>
                      <a:ext uri="{FF2B5EF4-FFF2-40B4-BE49-F238E27FC236}">
                        <a16:creationId xmlns:a16="http://schemas.microsoft.com/office/drawing/2014/main" id="{F350EB5B-428D-EF99-6372-ED40B1ADCDC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96" name="Freeform 107">
                      <a:extLst>
                        <a:ext uri="{FF2B5EF4-FFF2-40B4-BE49-F238E27FC236}">
                          <a16:creationId xmlns:a16="http://schemas.microsoft.com/office/drawing/2014/main" id="{D7491C1B-3B5B-30E2-A9E8-E610B5B209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7" name="Freeform 108">
                      <a:extLst>
                        <a:ext uri="{FF2B5EF4-FFF2-40B4-BE49-F238E27FC236}">
                          <a16:creationId xmlns:a16="http://schemas.microsoft.com/office/drawing/2014/main" id="{E5859CBB-EFDC-D5A4-33CA-2795B5845C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8" name="Freeform 109">
                      <a:extLst>
                        <a:ext uri="{FF2B5EF4-FFF2-40B4-BE49-F238E27FC236}">
                          <a16:creationId xmlns:a16="http://schemas.microsoft.com/office/drawing/2014/main" id="{D85C6805-6C50-AD86-89D1-48855024C0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9" name="Freeform 110">
                      <a:extLst>
                        <a:ext uri="{FF2B5EF4-FFF2-40B4-BE49-F238E27FC236}">
                          <a16:creationId xmlns:a16="http://schemas.microsoft.com/office/drawing/2014/main" id="{ED3EA939-641F-071B-A654-7FD6FD1550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0" name="Freeform 111">
                      <a:extLst>
                        <a:ext uri="{FF2B5EF4-FFF2-40B4-BE49-F238E27FC236}">
                          <a16:creationId xmlns:a16="http://schemas.microsoft.com/office/drawing/2014/main" id="{F8ECF50A-E8B4-1861-EAC9-D727854939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1" name="Freeform 112">
                      <a:extLst>
                        <a:ext uri="{FF2B5EF4-FFF2-40B4-BE49-F238E27FC236}">
                          <a16:creationId xmlns:a16="http://schemas.microsoft.com/office/drawing/2014/main" id="{E89FC12E-D524-1555-5E3B-87182622E5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2" name="Freeform 113">
                      <a:extLst>
                        <a:ext uri="{FF2B5EF4-FFF2-40B4-BE49-F238E27FC236}">
                          <a16:creationId xmlns:a16="http://schemas.microsoft.com/office/drawing/2014/main" id="{F6567A93-904E-D805-6323-FEAA6F50EF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3" name="Freeform 114">
                      <a:extLst>
                        <a:ext uri="{FF2B5EF4-FFF2-40B4-BE49-F238E27FC236}">
                          <a16:creationId xmlns:a16="http://schemas.microsoft.com/office/drawing/2014/main" id="{6962067B-090B-F2BE-E4F9-5EB841AAC4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91" name="WordArt 115">
                <a:extLst>
                  <a:ext uri="{FF2B5EF4-FFF2-40B4-BE49-F238E27FC236}">
                    <a16:creationId xmlns:a16="http://schemas.microsoft.com/office/drawing/2014/main" id="{160CE012-DB10-41A1-DA85-AEB9307BE93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89" name="WordArt 68">
              <a:extLst>
                <a:ext uri="{FF2B5EF4-FFF2-40B4-BE49-F238E27FC236}">
                  <a16:creationId xmlns:a16="http://schemas.microsoft.com/office/drawing/2014/main" id="{5AF51F4F-A4EE-FE1C-C9E7-71BD774D785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28017E8-507C-61AB-77EF-93220734E095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129" name="Group 93">
              <a:extLst>
                <a:ext uri="{FF2B5EF4-FFF2-40B4-BE49-F238E27FC236}">
                  <a16:creationId xmlns:a16="http://schemas.microsoft.com/office/drawing/2014/main" id="{071F840C-490A-DA55-381E-7690356208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31" name="Group 94">
                <a:extLst>
                  <a:ext uri="{FF2B5EF4-FFF2-40B4-BE49-F238E27FC236}">
                    <a16:creationId xmlns:a16="http://schemas.microsoft.com/office/drawing/2014/main" id="{C91FCD68-DE35-8E9E-7D7E-EE2CE243965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33" name="AutoShape 95">
                  <a:extLst>
                    <a:ext uri="{FF2B5EF4-FFF2-40B4-BE49-F238E27FC236}">
                      <a16:creationId xmlns:a16="http://schemas.microsoft.com/office/drawing/2014/main" id="{BB343B1F-CBE6-28E6-C7E4-06AFF47EEB2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4" name="Group 96">
                  <a:extLst>
                    <a:ext uri="{FF2B5EF4-FFF2-40B4-BE49-F238E27FC236}">
                      <a16:creationId xmlns:a16="http://schemas.microsoft.com/office/drawing/2014/main" id="{D1C30D71-9424-6036-E98D-67C170A1FB5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35" name="Group 97">
                    <a:extLst>
                      <a:ext uri="{FF2B5EF4-FFF2-40B4-BE49-F238E27FC236}">
                        <a16:creationId xmlns:a16="http://schemas.microsoft.com/office/drawing/2014/main" id="{BBB5B36E-8238-5F77-3D49-F7346E4B155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45" name="Freeform 98">
                      <a:extLst>
                        <a:ext uri="{FF2B5EF4-FFF2-40B4-BE49-F238E27FC236}">
                          <a16:creationId xmlns:a16="http://schemas.microsoft.com/office/drawing/2014/main" id="{D02EAB9F-7082-BC85-3B22-86F3D65959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6" name="Freeform 99">
                      <a:extLst>
                        <a:ext uri="{FF2B5EF4-FFF2-40B4-BE49-F238E27FC236}">
                          <a16:creationId xmlns:a16="http://schemas.microsoft.com/office/drawing/2014/main" id="{881E1DCA-EFF2-CEF5-1BCB-FBEFE3225D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7" name="Freeform 100">
                      <a:extLst>
                        <a:ext uri="{FF2B5EF4-FFF2-40B4-BE49-F238E27FC236}">
                          <a16:creationId xmlns:a16="http://schemas.microsoft.com/office/drawing/2014/main" id="{169F32F7-255D-95EE-FABF-8BA75A07E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8" name="Freeform 101">
                      <a:extLst>
                        <a:ext uri="{FF2B5EF4-FFF2-40B4-BE49-F238E27FC236}">
                          <a16:creationId xmlns:a16="http://schemas.microsoft.com/office/drawing/2014/main" id="{E40CEDB8-BE45-3688-D9CF-66A7800AC3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9" name="Freeform 102">
                      <a:extLst>
                        <a:ext uri="{FF2B5EF4-FFF2-40B4-BE49-F238E27FC236}">
                          <a16:creationId xmlns:a16="http://schemas.microsoft.com/office/drawing/2014/main" id="{0984E6B0-A02A-FAEE-ECD9-7CC8D8E501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0" name="Freeform 103">
                      <a:extLst>
                        <a:ext uri="{FF2B5EF4-FFF2-40B4-BE49-F238E27FC236}">
                          <a16:creationId xmlns:a16="http://schemas.microsoft.com/office/drawing/2014/main" id="{CE926A60-DEC4-A9BF-9BD0-D72AFFD397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1" name="Freeform 104">
                      <a:extLst>
                        <a:ext uri="{FF2B5EF4-FFF2-40B4-BE49-F238E27FC236}">
                          <a16:creationId xmlns:a16="http://schemas.microsoft.com/office/drawing/2014/main" id="{DB98AD59-D309-698A-F409-6C196976F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2" name="Freeform 105">
                      <a:extLst>
                        <a:ext uri="{FF2B5EF4-FFF2-40B4-BE49-F238E27FC236}">
                          <a16:creationId xmlns:a16="http://schemas.microsoft.com/office/drawing/2014/main" id="{7780044E-1754-2694-E983-77E5778838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36" name="Group 106">
                    <a:extLst>
                      <a:ext uri="{FF2B5EF4-FFF2-40B4-BE49-F238E27FC236}">
                        <a16:creationId xmlns:a16="http://schemas.microsoft.com/office/drawing/2014/main" id="{D9E15207-30B7-3827-287B-EFAE8562BFC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37" name="Freeform 107">
                      <a:extLst>
                        <a:ext uri="{FF2B5EF4-FFF2-40B4-BE49-F238E27FC236}">
                          <a16:creationId xmlns:a16="http://schemas.microsoft.com/office/drawing/2014/main" id="{45B9B0EC-3133-374B-634A-C1FC26A3F5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8" name="Freeform 108">
                      <a:extLst>
                        <a:ext uri="{FF2B5EF4-FFF2-40B4-BE49-F238E27FC236}">
                          <a16:creationId xmlns:a16="http://schemas.microsoft.com/office/drawing/2014/main" id="{B06EED29-A321-3FFA-B403-FF06A862EA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9" name="Freeform 109">
                      <a:extLst>
                        <a:ext uri="{FF2B5EF4-FFF2-40B4-BE49-F238E27FC236}">
                          <a16:creationId xmlns:a16="http://schemas.microsoft.com/office/drawing/2014/main" id="{B18FC615-9225-A374-9B29-51BC860C48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0" name="Freeform 110">
                      <a:extLst>
                        <a:ext uri="{FF2B5EF4-FFF2-40B4-BE49-F238E27FC236}">
                          <a16:creationId xmlns:a16="http://schemas.microsoft.com/office/drawing/2014/main" id="{E97E9AD9-2BB5-4C16-1057-84974FC1D4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1" name="Freeform 111">
                      <a:extLst>
                        <a:ext uri="{FF2B5EF4-FFF2-40B4-BE49-F238E27FC236}">
                          <a16:creationId xmlns:a16="http://schemas.microsoft.com/office/drawing/2014/main" id="{FA650E5E-C570-3257-5D66-EB21D9C988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2" name="Freeform 112">
                      <a:extLst>
                        <a:ext uri="{FF2B5EF4-FFF2-40B4-BE49-F238E27FC236}">
                          <a16:creationId xmlns:a16="http://schemas.microsoft.com/office/drawing/2014/main" id="{3FF4A98F-684D-F067-C96A-5D66EF4F13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3" name="Freeform 113">
                      <a:extLst>
                        <a:ext uri="{FF2B5EF4-FFF2-40B4-BE49-F238E27FC236}">
                          <a16:creationId xmlns:a16="http://schemas.microsoft.com/office/drawing/2014/main" id="{477E96D3-4DB5-AEFF-6DD8-3221E9D409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44" name="Freeform 114">
                      <a:extLst>
                        <a:ext uri="{FF2B5EF4-FFF2-40B4-BE49-F238E27FC236}">
                          <a16:creationId xmlns:a16="http://schemas.microsoft.com/office/drawing/2014/main" id="{302345AB-8268-4D1F-B2B3-9E7F1895D2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32" name="WordArt 115">
                <a:extLst>
                  <a:ext uri="{FF2B5EF4-FFF2-40B4-BE49-F238E27FC236}">
                    <a16:creationId xmlns:a16="http://schemas.microsoft.com/office/drawing/2014/main" id="{C43B7AA2-DCFD-4A30-C33D-13EA3679E59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30" name="WordArt 68">
              <a:extLst>
                <a:ext uri="{FF2B5EF4-FFF2-40B4-BE49-F238E27FC236}">
                  <a16:creationId xmlns:a16="http://schemas.microsoft.com/office/drawing/2014/main" id="{F30741E3-1ABE-945A-F7EA-65CA9B15F1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5282D4B-6413-4D4C-890E-E85BEBEE16C0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154" name="Group 93">
              <a:extLst>
                <a:ext uri="{FF2B5EF4-FFF2-40B4-BE49-F238E27FC236}">
                  <a16:creationId xmlns:a16="http://schemas.microsoft.com/office/drawing/2014/main" id="{A64D9B66-7977-84A7-747C-AE68F41FA6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56" name="Group 94">
                <a:extLst>
                  <a:ext uri="{FF2B5EF4-FFF2-40B4-BE49-F238E27FC236}">
                    <a16:creationId xmlns:a16="http://schemas.microsoft.com/office/drawing/2014/main" id="{9D41C15C-58BC-F45B-E69C-0E769DAA7D3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83" name="AutoShape 95">
                  <a:extLst>
                    <a:ext uri="{FF2B5EF4-FFF2-40B4-BE49-F238E27FC236}">
                      <a16:creationId xmlns:a16="http://schemas.microsoft.com/office/drawing/2014/main" id="{13472E8F-B324-F579-3EF6-489C6155076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4" name="Group 96">
                  <a:extLst>
                    <a:ext uri="{FF2B5EF4-FFF2-40B4-BE49-F238E27FC236}">
                      <a16:creationId xmlns:a16="http://schemas.microsoft.com/office/drawing/2014/main" id="{556795AD-5F4E-D62C-4A70-3B606DDCBA2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85" name="Group 97">
                    <a:extLst>
                      <a:ext uri="{FF2B5EF4-FFF2-40B4-BE49-F238E27FC236}">
                        <a16:creationId xmlns:a16="http://schemas.microsoft.com/office/drawing/2014/main" id="{A52A9FC9-A1AE-8C7B-5521-9967DFF6617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00" name="Freeform 98">
                      <a:extLst>
                        <a:ext uri="{FF2B5EF4-FFF2-40B4-BE49-F238E27FC236}">
                          <a16:creationId xmlns:a16="http://schemas.microsoft.com/office/drawing/2014/main" id="{AC2DFAE4-FF98-DC90-A9B6-7219282B89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1" name="Freeform 99">
                      <a:extLst>
                        <a:ext uri="{FF2B5EF4-FFF2-40B4-BE49-F238E27FC236}">
                          <a16:creationId xmlns:a16="http://schemas.microsoft.com/office/drawing/2014/main" id="{7B81BCEC-15ED-4A81-C16E-D615497B25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2" name="Freeform 100">
                      <a:extLst>
                        <a:ext uri="{FF2B5EF4-FFF2-40B4-BE49-F238E27FC236}">
                          <a16:creationId xmlns:a16="http://schemas.microsoft.com/office/drawing/2014/main" id="{A1E4B13A-8933-81F2-8F5F-77AA175BCC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3" name="Freeform 101">
                      <a:extLst>
                        <a:ext uri="{FF2B5EF4-FFF2-40B4-BE49-F238E27FC236}">
                          <a16:creationId xmlns:a16="http://schemas.microsoft.com/office/drawing/2014/main" id="{29FCB38E-FFAF-5049-708C-B47F0B8F6C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4" name="Freeform 102">
                      <a:extLst>
                        <a:ext uri="{FF2B5EF4-FFF2-40B4-BE49-F238E27FC236}">
                          <a16:creationId xmlns:a16="http://schemas.microsoft.com/office/drawing/2014/main" id="{254D694D-6603-4F0B-6614-43CAE7DB25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5" name="Freeform 103">
                      <a:extLst>
                        <a:ext uri="{FF2B5EF4-FFF2-40B4-BE49-F238E27FC236}">
                          <a16:creationId xmlns:a16="http://schemas.microsoft.com/office/drawing/2014/main" id="{CF95C899-F830-71B4-4E65-BB3687D163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6" name="Freeform 104">
                      <a:extLst>
                        <a:ext uri="{FF2B5EF4-FFF2-40B4-BE49-F238E27FC236}">
                          <a16:creationId xmlns:a16="http://schemas.microsoft.com/office/drawing/2014/main" id="{4DAB72BC-EE0A-6829-93EB-C42A4111C4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07" name="Freeform 105">
                      <a:extLst>
                        <a:ext uri="{FF2B5EF4-FFF2-40B4-BE49-F238E27FC236}">
                          <a16:creationId xmlns:a16="http://schemas.microsoft.com/office/drawing/2014/main" id="{AC97241F-91BD-FBD8-B083-8C6378AA0E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86" name="Group 106">
                    <a:extLst>
                      <a:ext uri="{FF2B5EF4-FFF2-40B4-BE49-F238E27FC236}">
                        <a16:creationId xmlns:a16="http://schemas.microsoft.com/office/drawing/2014/main" id="{1C741C39-3490-15C9-CC5B-6C4F4F0115F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87" name="Freeform 107">
                      <a:extLst>
                        <a:ext uri="{FF2B5EF4-FFF2-40B4-BE49-F238E27FC236}">
                          <a16:creationId xmlns:a16="http://schemas.microsoft.com/office/drawing/2014/main" id="{A795DF01-5148-0E5F-8552-E396AD4A592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89" name="Freeform 108">
                      <a:extLst>
                        <a:ext uri="{FF2B5EF4-FFF2-40B4-BE49-F238E27FC236}">
                          <a16:creationId xmlns:a16="http://schemas.microsoft.com/office/drawing/2014/main" id="{7217E6F3-9B3A-6F6A-3CC9-0196054C93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0" name="Freeform 109">
                      <a:extLst>
                        <a:ext uri="{FF2B5EF4-FFF2-40B4-BE49-F238E27FC236}">
                          <a16:creationId xmlns:a16="http://schemas.microsoft.com/office/drawing/2014/main" id="{35D8F2C9-8CE0-EEF8-521C-B5971BFBC3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1" name="Freeform 110">
                      <a:extLst>
                        <a:ext uri="{FF2B5EF4-FFF2-40B4-BE49-F238E27FC236}">
                          <a16:creationId xmlns:a16="http://schemas.microsoft.com/office/drawing/2014/main" id="{04E4B710-F77A-539B-88F9-47F3B281AD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2" name="Freeform 111">
                      <a:extLst>
                        <a:ext uri="{FF2B5EF4-FFF2-40B4-BE49-F238E27FC236}">
                          <a16:creationId xmlns:a16="http://schemas.microsoft.com/office/drawing/2014/main" id="{BC6490BE-AF97-8665-D749-C44439CDF6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3" name="Freeform 112">
                      <a:extLst>
                        <a:ext uri="{FF2B5EF4-FFF2-40B4-BE49-F238E27FC236}">
                          <a16:creationId xmlns:a16="http://schemas.microsoft.com/office/drawing/2014/main" id="{31385B26-9D18-6727-1EE8-02F0568ACC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4" name="Freeform 113">
                      <a:extLst>
                        <a:ext uri="{FF2B5EF4-FFF2-40B4-BE49-F238E27FC236}">
                          <a16:creationId xmlns:a16="http://schemas.microsoft.com/office/drawing/2014/main" id="{BE2CADEA-D9A7-1A69-CDC2-B916F55F59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95" name="Freeform 114">
                      <a:extLst>
                        <a:ext uri="{FF2B5EF4-FFF2-40B4-BE49-F238E27FC236}">
                          <a16:creationId xmlns:a16="http://schemas.microsoft.com/office/drawing/2014/main" id="{EF9FCA02-E28C-EC43-29A2-F6CA6AD63B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82" name="WordArt 115">
                <a:extLst>
                  <a:ext uri="{FF2B5EF4-FFF2-40B4-BE49-F238E27FC236}">
                    <a16:creationId xmlns:a16="http://schemas.microsoft.com/office/drawing/2014/main" id="{C569EBB8-F839-0D53-33C6-4CA91EAA703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55" name="WordArt 68">
              <a:extLst>
                <a:ext uri="{FF2B5EF4-FFF2-40B4-BE49-F238E27FC236}">
                  <a16:creationId xmlns:a16="http://schemas.microsoft.com/office/drawing/2014/main" id="{79C8D6A2-2C71-7199-29C8-703DB0CCBC2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FB2C356-3BB1-B692-8635-112AA432C92E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209" name="Group 93">
              <a:extLst>
                <a:ext uri="{FF2B5EF4-FFF2-40B4-BE49-F238E27FC236}">
                  <a16:creationId xmlns:a16="http://schemas.microsoft.com/office/drawing/2014/main" id="{A7637511-452C-D099-A19E-29425FBAAF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36" name="Group 94">
                <a:extLst>
                  <a:ext uri="{FF2B5EF4-FFF2-40B4-BE49-F238E27FC236}">
                    <a16:creationId xmlns:a16="http://schemas.microsoft.com/office/drawing/2014/main" id="{47F0D632-B1B9-9DCE-AE16-2569F1F152A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38" name="AutoShape 95">
                  <a:extLst>
                    <a:ext uri="{FF2B5EF4-FFF2-40B4-BE49-F238E27FC236}">
                      <a16:creationId xmlns:a16="http://schemas.microsoft.com/office/drawing/2014/main" id="{E2463E8F-9873-A42C-0CC0-802DC6EDB37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9" name="Group 96">
                  <a:extLst>
                    <a:ext uri="{FF2B5EF4-FFF2-40B4-BE49-F238E27FC236}">
                      <a16:creationId xmlns:a16="http://schemas.microsoft.com/office/drawing/2014/main" id="{44F62CDF-9759-4266-9CDC-F3A3CB7704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44" name="Group 97">
                    <a:extLst>
                      <a:ext uri="{FF2B5EF4-FFF2-40B4-BE49-F238E27FC236}">
                        <a16:creationId xmlns:a16="http://schemas.microsoft.com/office/drawing/2014/main" id="{E4F8CB69-8D51-AA24-002C-33B668B6DD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60" name="Freeform 98">
                      <a:extLst>
                        <a:ext uri="{FF2B5EF4-FFF2-40B4-BE49-F238E27FC236}">
                          <a16:creationId xmlns:a16="http://schemas.microsoft.com/office/drawing/2014/main" id="{F4E40158-466D-DA46-8151-D4CC25C900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1" name="Freeform 99">
                      <a:extLst>
                        <a:ext uri="{FF2B5EF4-FFF2-40B4-BE49-F238E27FC236}">
                          <a16:creationId xmlns:a16="http://schemas.microsoft.com/office/drawing/2014/main" id="{D15C0093-35A3-5C56-0338-62EC99CEFA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2" name="Freeform 100">
                      <a:extLst>
                        <a:ext uri="{FF2B5EF4-FFF2-40B4-BE49-F238E27FC236}">
                          <a16:creationId xmlns:a16="http://schemas.microsoft.com/office/drawing/2014/main" id="{447F120C-9185-40B6-81F0-5B39658548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4" name="Freeform 101">
                      <a:extLst>
                        <a:ext uri="{FF2B5EF4-FFF2-40B4-BE49-F238E27FC236}">
                          <a16:creationId xmlns:a16="http://schemas.microsoft.com/office/drawing/2014/main" id="{B3836191-F0CD-9A9A-B9A7-75867AEC24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5" name="Freeform 102">
                      <a:extLst>
                        <a:ext uri="{FF2B5EF4-FFF2-40B4-BE49-F238E27FC236}">
                          <a16:creationId xmlns:a16="http://schemas.microsoft.com/office/drawing/2014/main" id="{8CF09690-608F-8AAD-DE7E-064E8E241B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7" name="Freeform 103">
                      <a:extLst>
                        <a:ext uri="{FF2B5EF4-FFF2-40B4-BE49-F238E27FC236}">
                          <a16:creationId xmlns:a16="http://schemas.microsoft.com/office/drawing/2014/main" id="{A7C57B79-90AB-940D-D608-CB71FFF0B0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8" name="Freeform 104">
                      <a:extLst>
                        <a:ext uri="{FF2B5EF4-FFF2-40B4-BE49-F238E27FC236}">
                          <a16:creationId xmlns:a16="http://schemas.microsoft.com/office/drawing/2014/main" id="{402F00EE-EA4F-9B63-F4EC-5660E24AFA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0" name="Freeform 105">
                      <a:extLst>
                        <a:ext uri="{FF2B5EF4-FFF2-40B4-BE49-F238E27FC236}">
                          <a16:creationId xmlns:a16="http://schemas.microsoft.com/office/drawing/2014/main" id="{9D862A39-CC37-901C-8D0A-DEDEF38480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45" name="Group 106">
                    <a:extLst>
                      <a:ext uri="{FF2B5EF4-FFF2-40B4-BE49-F238E27FC236}">
                        <a16:creationId xmlns:a16="http://schemas.microsoft.com/office/drawing/2014/main" id="{64CF8C4E-86E9-11CD-C2A6-D947B985ADF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46" name="Freeform 107">
                      <a:extLst>
                        <a:ext uri="{FF2B5EF4-FFF2-40B4-BE49-F238E27FC236}">
                          <a16:creationId xmlns:a16="http://schemas.microsoft.com/office/drawing/2014/main" id="{88C086C5-6B58-9DF3-6321-6BDFA76EF5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7" name="Freeform 108">
                      <a:extLst>
                        <a:ext uri="{FF2B5EF4-FFF2-40B4-BE49-F238E27FC236}">
                          <a16:creationId xmlns:a16="http://schemas.microsoft.com/office/drawing/2014/main" id="{14B4D86B-A436-D95D-6941-0144918241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8" name="Freeform 109">
                      <a:extLst>
                        <a:ext uri="{FF2B5EF4-FFF2-40B4-BE49-F238E27FC236}">
                          <a16:creationId xmlns:a16="http://schemas.microsoft.com/office/drawing/2014/main" id="{868193B2-1D7D-CDDD-05ED-964F261C38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3" name="Freeform 110">
                      <a:extLst>
                        <a:ext uri="{FF2B5EF4-FFF2-40B4-BE49-F238E27FC236}">
                          <a16:creationId xmlns:a16="http://schemas.microsoft.com/office/drawing/2014/main" id="{7962E082-B35D-B6E8-EDEC-88DD74BDF0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4" name="Freeform 111">
                      <a:extLst>
                        <a:ext uri="{FF2B5EF4-FFF2-40B4-BE49-F238E27FC236}">
                          <a16:creationId xmlns:a16="http://schemas.microsoft.com/office/drawing/2014/main" id="{782E3E73-5AB0-BE8D-F5E8-ADDB878F46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6" name="Freeform 112">
                      <a:extLst>
                        <a:ext uri="{FF2B5EF4-FFF2-40B4-BE49-F238E27FC236}">
                          <a16:creationId xmlns:a16="http://schemas.microsoft.com/office/drawing/2014/main" id="{CF434D57-FD33-59CA-95AF-075228AE97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7" name="Freeform 113">
                      <a:extLst>
                        <a:ext uri="{FF2B5EF4-FFF2-40B4-BE49-F238E27FC236}">
                          <a16:creationId xmlns:a16="http://schemas.microsoft.com/office/drawing/2014/main" id="{81D89F4B-6296-7DDE-7D26-0DEA04D715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8" name="Freeform 114">
                      <a:extLst>
                        <a:ext uri="{FF2B5EF4-FFF2-40B4-BE49-F238E27FC236}">
                          <a16:creationId xmlns:a16="http://schemas.microsoft.com/office/drawing/2014/main" id="{6E30D1DE-54D5-2698-EF19-1C2AFBA30E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7" name="WordArt 115">
                <a:extLst>
                  <a:ext uri="{FF2B5EF4-FFF2-40B4-BE49-F238E27FC236}">
                    <a16:creationId xmlns:a16="http://schemas.microsoft.com/office/drawing/2014/main" id="{002B867F-CBE0-30F3-238E-A75F1D4C214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35" name="WordArt 68">
              <a:extLst>
                <a:ext uri="{FF2B5EF4-FFF2-40B4-BE49-F238E27FC236}">
                  <a16:creationId xmlns:a16="http://schemas.microsoft.com/office/drawing/2014/main" id="{D16EB3A8-5CA1-94F6-B10D-E9BD67581A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333A03-68E0-C727-A7BF-DCD2C3EE6A17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02DCA6-D63A-86D3-33A1-9B0062B4530C}"/>
              </a:ext>
            </a:extLst>
          </p:cNvPr>
          <p:cNvCxnSpPr>
            <a:cxnSpLocks/>
            <a:stCxn id="3" idx="2"/>
            <a:endCxn id="162" idx="1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E492B49-CA0B-71C9-65EE-780E97147056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461999-5D6A-9109-017F-7F5A3C66D089}"/>
              </a:ext>
            </a:extLst>
          </p:cNvPr>
          <p:cNvSpPr txBox="1"/>
          <p:nvPr/>
        </p:nvSpPr>
        <p:spPr>
          <a:xfrm>
            <a:off x="8594697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2DBB02-79A5-8392-F970-EFCCEE2C7CC1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C163F-7BEB-8477-EFC3-14DEE693ECFC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D8E9C4-828B-ACB5-6FF8-84B9FDCFB578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8" name="Group 93">
              <a:extLst>
                <a:ext uri="{FF2B5EF4-FFF2-40B4-BE49-F238E27FC236}">
                  <a16:creationId xmlns:a16="http://schemas.microsoft.com/office/drawing/2014/main" id="{1E5F9E16-D73B-758F-1656-A16B56E17B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0" name="Group 94">
                <a:extLst>
                  <a:ext uri="{FF2B5EF4-FFF2-40B4-BE49-F238E27FC236}">
                    <a16:creationId xmlns:a16="http://schemas.microsoft.com/office/drawing/2014/main" id="{EB3BDBE0-0F2B-C6C7-0482-ACBD2CC833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2" name="AutoShape 95">
                  <a:extLst>
                    <a:ext uri="{FF2B5EF4-FFF2-40B4-BE49-F238E27FC236}">
                      <a16:creationId xmlns:a16="http://schemas.microsoft.com/office/drawing/2014/main" id="{9A6109A5-E182-75C9-EF2A-C6084DC476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0" name="Group 96">
                  <a:extLst>
                    <a:ext uri="{FF2B5EF4-FFF2-40B4-BE49-F238E27FC236}">
                      <a16:creationId xmlns:a16="http://schemas.microsoft.com/office/drawing/2014/main" id="{6B836082-D568-C15E-1B77-D4CA73A2143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1" name="Group 97">
                    <a:extLst>
                      <a:ext uri="{FF2B5EF4-FFF2-40B4-BE49-F238E27FC236}">
                        <a16:creationId xmlns:a16="http://schemas.microsoft.com/office/drawing/2014/main" id="{074FAFC1-E153-37FE-14B8-A7DFD623CBF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1" name="Freeform 98">
                      <a:extLst>
                        <a:ext uri="{FF2B5EF4-FFF2-40B4-BE49-F238E27FC236}">
                          <a16:creationId xmlns:a16="http://schemas.microsoft.com/office/drawing/2014/main" id="{0DC99D3A-F9E2-A88A-CD40-79D24D3BD2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99">
                      <a:extLst>
                        <a:ext uri="{FF2B5EF4-FFF2-40B4-BE49-F238E27FC236}">
                          <a16:creationId xmlns:a16="http://schemas.microsoft.com/office/drawing/2014/main" id="{9DA47CA1-52A7-68BD-3495-8A7DF1B3E1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6" name="Freeform 100">
                      <a:extLst>
                        <a:ext uri="{FF2B5EF4-FFF2-40B4-BE49-F238E27FC236}">
                          <a16:creationId xmlns:a16="http://schemas.microsoft.com/office/drawing/2014/main" id="{3118B88F-D03C-35CE-B79A-5DEF85FA1C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101">
                      <a:extLst>
                        <a:ext uri="{FF2B5EF4-FFF2-40B4-BE49-F238E27FC236}">
                          <a16:creationId xmlns:a16="http://schemas.microsoft.com/office/drawing/2014/main" id="{9F0819A4-D54B-0127-30B3-46056D75B1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2">
                      <a:extLst>
                        <a:ext uri="{FF2B5EF4-FFF2-40B4-BE49-F238E27FC236}">
                          <a16:creationId xmlns:a16="http://schemas.microsoft.com/office/drawing/2014/main" id="{A850BF1F-5DD0-4B07-6944-C13757EBC2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3">
                      <a:extLst>
                        <a:ext uri="{FF2B5EF4-FFF2-40B4-BE49-F238E27FC236}">
                          <a16:creationId xmlns:a16="http://schemas.microsoft.com/office/drawing/2014/main" id="{6CC3EDE0-A0DA-299E-68AC-0258004ADE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4">
                      <a:extLst>
                        <a:ext uri="{FF2B5EF4-FFF2-40B4-BE49-F238E27FC236}">
                          <a16:creationId xmlns:a16="http://schemas.microsoft.com/office/drawing/2014/main" id="{765DD813-0703-ADEC-CA16-1960F1EF70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5">
                      <a:extLst>
                        <a:ext uri="{FF2B5EF4-FFF2-40B4-BE49-F238E27FC236}">
                          <a16:creationId xmlns:a16="http://schemas.microsoft.com/office/drawing/2014/main" id="{8C36A40F-B148-BE11-D208-2B0C941FF6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2" name="Group 106">
                    <a:extLst>
                      <a:ext uri="{FF2B5EF4-FFF2-40B4-BE49-F238E27FC236}">
                        <a16:creationId xmlns:a16="http://schemas.microsoft.com/office/drawing/2014/main" id="{01E45FC6-0E30-174E-4694-C0552EBB946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3" name="Freeform 107">
                      <a:extLst>
                        <a:ext uri="{FF2B5EF4-FFF2-40B4-BE49-F238E27FC236}">
                          <a16:creationId xmlns:a16="http://schemas.microsoft.com/office/drawing/2014/main" id="{FECF6F85-160F-EF8E-B898-F116E560F1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4" name="Freeform 108">
                      <a:extLst>
                        <a:ext uri="{FF2B5EF4-FFF2-40B4-BE49-F238E27FC236}">
                          <a16:creationId xmlns:a16="http://schemas.microsoft.com/office/drawing/2014/main" id="{FC528028-8A27-04A1-CF45-39605980C7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5" name="Freeform 109">
                      <a:extLst>
                        <a:ext uri="{FF2B5EF4-FFF2-40B4-BE49-F238E27FC236}">
                          <a16:creationId xmlns:a16="http://schemas.microsoft.com/office/drawing/2014/main" id="{9F91C16E-F6B7-F599-E46F-4F27DDB54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6" name="Freeform 110">
                      <a:extLst>
                        <a:ext uri="{FF2B5EF4-FFF2-40B4-BE49-F238E27FC236}">
                          <a16:creationId xmlns:a16="http://schemas.microsoft.com/office/drawing/2014/main" id="{A615580D-2828-1D6D-F8C8-DD852CD588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7" name="Freeform 111">
                      <a:extLst>
                        <a:ext uri="{FF2B5EF4-FFF2-40B4-BE49-F238E27FC236}">
                          <a16:creationId xmlns:a16="http://schemas.microsoft.com/office/drawing/2014/main" id="{668FCD14-09A4-2D34-D104-A29E78CAFB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8" name="Freeform 112">
                      <a:extLst>
                        <a:ext uri="{FF2B5EF4-FFF2-40B4-BE49-F238E27FC236}">
                          <a16:creationId xmlns:a16="http://schemas.microsoft.com/office/drawing/2014/main" id="{3FFAAFF7-D5F5-CFD5-B210-8132E9852F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13">
                      <a:extLst>
                        <a:ext uri="{FF2B5EF4-FFF2-40B4-BE49-F238E27FC236}">
                          <a16:creationId xmlns:a16="http://schemas.microsoft.com/office/drawing/2014/main" id="{13B7A27B-215B-993B-89F6-1EAD6B8450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14">
                      <a:extLst>
                        <a:ext uri="{FF2B5EF4-FFF2-40B4-BE49-F238E27FC236}">
                          <a16:creationId xmlns:a16="http://schemas.microsoft.com/office/drawing/2014/main" id="{B5944C42-F7E1-8348-9240-4A13079508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1" name="WordArt 115">
                <a:extLst>
                  <a:ext uri="{FF2B5EF4-FFF2-40B4-BE49-F238E27FC236}">
                    <a16:creationId xmlns:a16="http://schemas.microsoft.com/office/drawing/2014/main" id="{48CD6F17-92B3-1858-52AA-5EADDA91C84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WordArt 68">
              <a:extLst>
                <a:ext uri="{FF2B5EF4-FFF2-40B4-BE49-F238E27FC236}">
                  <a16:creationId xmlns:a16="http://schemas.microsoft.com/office/drawing/2014/main" id="{7721F6A5-443D-9A07-A119-0809AD5B53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33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0611-78CE-FB93-42EE-2F39D8AD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A01C-30AD-1178-FA57-BE68DAFA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anycast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5188-7569-CC91-A701-64F24A3B9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anycast can be applied to any service</a:t>
            </a:r>
          </a:p>
          <a:p>
            <a:pPr lvl="1"/>
            <a:r>
              <a:rPr lang="en-US" dirty="0"/>
              <a:t>there is no restriction on specific IP prefixes or protocols</a:t>
            </a:r>
          </a:p>
          <a:p>
            <a:r>
              <a:rPr lang="en-US" dirty="0"/>
              <a:t>UDP-based services can be easily deployed with anycast</a:t>
            </a:r>
          </a:p>
          <a:p>
            <a:pPr lvl="1"/>
            <a:r>
              <a:rPr lang="en-US" dirty="0"/>
              <a:t>connectionless services do not need connection tracking</a:t>
            </a:r>
          </a:p>
          <a:p>
            <a:pPr lvl="1"/>
            <a:r>
              <a:rPr lang="en-US" dirty="0"/>
              <a:t>simple query-&gt;answer services are well suited</a:t>
            </a:r>
          </a:p>
          <a:p>
            <a:r>
              <a:rPr lang="en-US" dirty="0"/>
              <a:t>TCP-based services can also function with anycast, but</a:t>
            </a:r>
          </a:p>
          <a:p>
            <a:pPr lvl="1"/>
            <a:r>
              <a:rPr lang="en-US" dirty="0"/>
              <a:t>TCP requires to maintain a connection state</a:t>
            </a:r>
          </a:p>
          <a:p>
            <a:pPr lvl="1"/>
            <a:r>
              <a:rPr lang="en-US" dirty="0"/>
              <a:t>path changes during a session might disrupt the connection</a:t>
            </a:r>
          </a:p>
          <a:p>
            <a:pPr lvl="1"/>
            <a:r>
              <a:rPr lang="en-US" dirty="0"/>
              <a:t>complex failover without complex state-sharing mechanisms</a:t>
            </a:r>
          </a:p>
        </p:txBody>
      </p:sp>
    </p:spTree>
    <p:extLst>
      <p:ext uri="{BB962C8B-B14F-4D97-AF65-F5344CB8AC3E}">
        <p14:creationId xmlns:p14="http://schemas.microsoft.com/office/powerpoint/2010/main" val="425776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F505B-9E4C-504B-272C-024FD227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3F76-30C0-5C34-6DFE-EB5E1545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and anycast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61AC-3E5F-24E3-72D3-17B09538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noProof="0" dirty="0"/>
              <a:t>DNS is one of the main applications of anycast</a:t>
            </a:r>
          </a:p>
          <a:p>
            <a:pPr lvl="1"/>
            <a:r>
              <a:rPr lang="en-US" sz="2400" dirty="0"/>
              <a:t>UDP-based, simple query-&gt;answer protocol</a:t>
            </a:r>
          </a:p>
          <a:p>
            <a:r>
              <a:rPr lang="en-US" sz="2800" noProof="0" dirty="0"/>
              <a:t>requires massive scale out</a:t>
            </a:r>
          </a:p>
          <a:p>
            <a:pPr lvl="1"/>
            <a:r>
              <a:rPr lang="en-US" sz="2400" dirty="0"/>
              <a:t>Cloudflare’s DNS serves </a:t>
            </a:r>
            <a:r>
              <a:rPr lang="en-US" sz="2400" b="1" dirty="0"/>
              <a:t>1.3 trillion</a:t>
            </a:r>
            <a:r>
              <a:rPr lang="en-US" sz="2400" dirty="0"/>
              <a:t> queries per day (2023)</a:t>
            </a:r>
          </a:p>
          <a:p>
            <a:pPr lvl="1"/>
            <a:r>
              <a:rPr lang="en-US" sz="2400" dirty="0"/>
              <a:t>Google’s DNS also serves </a:t>
            </a:r>
            <a:r>
              <a:rPr lang="en-US" sz="2400" b="1" dirty="0"/>
              <a:t>&gt;1 trillion</a:t>
            </a:r>
            <a:r>
              <a:rPr lang="en-US" sz="2400" dirty="0"/>
              <a:t> queries per day (2018)</a:t>
            </a:r>
          </a:p>
          <a:p>
            <a:r>
              <a:rPr lang="en-US" sz="2800" dirty="0"/>
              <a:t>users contact the closest DNS server to resolve queries</a:t>
            </a:r>
          </a:p>
          <a:p>
            <a:r>
              <a:rPr lang="en-US" sz="2800" dirty="0"/>
              <a:t>several advantages</a:t>
            </a:r>
          </a:p>
          <a:p>
            <a:pPr lvl="1"/>
            <a:r>
              <a:rPr lang="en-US" sz="2400" dirty="0"/>
              <a:t>enhanced response times</a:t>
            </a:r>
          </a:p>
          <a:p>
            <a:pPr lvl="1"/>
            <a:r>
              <a:rPr lang="en-US" sz="2400" dirty="0"/>
              <a:t>simplified DNS settings (only a single IP to access the service)</a:t>
            </a:r>
          </a:p>
          <a:p>
            <a:pPr lvl="1"/>
            <a:r>
              <a:rPr lang="en-US" sz="2400" dirty="0"/>
              <a:t>extra layer of redundancy and protection against attacks</a:t>
            </a:r>
          </a:p>
        </p:txBody>
      </p:sp>
    </p:spTree>
    <p:extLst>
      <p:ext uri="{BB962C8B-B14F-4D97-AF65-F5344CB8AC3E}">
        <p14:creationId xmlns:p14="http://schemas.microsoft.com/office/powerpoint/2010/main" val="221990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A79D-B013-9FA8-CB64-74BD959B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0890F495-B829-6A87-3809-1D05E661BC7D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F1DEC318-047D-4B44-AAE8-F1B5B83239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1960A489-01CC-D630-7835-619C5DF12C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BC93F2FC-ADD4-0F4E-E203-AE298A9F6F34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C4EBFCD0-75BA-E1E6-5C04-9B1B436CEC8B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7E75E7E3-5FE0-068D-81CB-8BBF8C9AAA8B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EE19A15B-1428-503D-ADC2-DA1A886A1C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C427CDC1-17CB-0F39-1949-C5F3C36484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E8606E96-1BCC-B2BD-690B-988739F906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502E4A60-8321-03C0-70DA-1581C505BD7C}"/>
              </a:ext>
            </a:extLst>
          </p:cNvPr>
          <p:cNvSpPr txBox="1"/>
          <p:nvPr/>
        </p:nvSpPr>
        <p:spPr>
          <a:xfrm>
            <a:off x="9031264" y="5733711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24FB9788-2F22-97FA-36A7-688D4B38B564}"/>
              </a:ext>
            </a:extLst>
          </p:cNvPr>
          <p:cNvSpPr txBox="1"/>
          <p:nvPr/>
        </p:nvSpPr>
        <p:spPr>
          <a:xfrm>
            <a:off x="7590299" y="392313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F86B42CD-E2BC-1166-C6B3-151BD95F1853}"/>
              </a:ext>
            </a:extLst>
          </p:cNvPr>
          <p:cNvSpPr txBox="1"/>
          <p:nvPr/>
        </p:nvSpPr>
        <p:spPr>
          <a:xfrm>
            <a:off x="6010404" y="217731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685D5E7E-19A4-1144-D962-D2415822A147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D5BC5EEC-51E5-4717-AD08-8C27B56FD3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FD8357BB-9506-4465-7DC5-77E9F3371CF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F8CEAEA2-BDFE-7CAA-3178-E8A0888C09F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C0DFD34C-4A64-0D1D-40B4-F8D9FAA6EF6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2FD3658E-0483-3272-76A5-CF9636830BF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5BD7E56B-2CE9-105B-58D9-15810B6D45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2814C71C-4E26-2069-AB7C-5570A41DFB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FC73B7DE-F00B-F0A5-878A-9CA479D987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DBCC206E-D965-687D-85FA-0A7E321EEA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52001CD5-FD2F-35A6-C481-F9690C01D7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F923895C-A81E-7FB1-34B1-C43CA55826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963A30BE-92FB-8CFB-4B03-E90CC51524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8857C870-B1AC-BD2B-DCBB-2718B7770A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AAF66F50-B709-0F0D-5DB3-329A8AD687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25F2B747-C378-5458-B0A9-093DBE8EB3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7C1096D0-2B0F-28F2-F6AF-E4845C0BD7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F64F7765-A473-D41B-2E6D-82B1B6DE2F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BD74EBC2-5CE8-8AE4-46A2-D29B16B91D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12C11902-87D6-6388-6689-F267754A58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FB105487-B118-F39C-FF38-E3F7D342A7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4380A7D4-A6E3-9440-7E2C-1E226F6AA2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354EED51-E4D9-4FF6-007A-8756474331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66FF08D4-DBF6-C008-18FB-B24AC28E2A7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E911C17F-55B9-4A40-1E34-DFE00D12CB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5D03C4E0-32D4-10A1-49E7-61812B91EAFD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B2D1567F-2CBF-6736-642E-712B33AB81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3F8DC03A-9152-FBBF-F0B6-8B054A4B524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34701CC4-7177-941B-A5D0-8ACF51CE1B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72E4D793-4EEC-7F9E-474F-0A2879BCF44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4F4B966E-B7D7-6321-72EE-662671FAA39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5D7CA84B-9730-428C-F26F-E96D098A93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94FA2C89-FB23-5733-E324-02DFDA7CA9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90FCED73-76BB-02A9-B953-8A39A1E21C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E9CB1FC4-5AD6-17F2-05BB-7C4A03E145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78A10789-7A39-A67C-678A-4CAF3CB120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5D152704-A68B-9076-30E4-70AF3E6CDB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07115768-CD64-6DE1-5E14-1B03803F47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092A638F-EA64-D833-3E0A-955B56E267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BC2936C4-5D75-7E9C-7234-F2C8216F2A4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AA74F9FF-96F4-AFEB-DD7C-2343337647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1F5E318A-DF5B-B332-9A43-DF664CB903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4F83738F-B59A-EF91-7E9C-FB161ACBF1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D97FB8CE-FC9F-82A9-D995-16394D4D18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411B858C-85C7-D7DC-0E0C-43BF812D8D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2E5FC859-D0CB-BAF4-467D-5E7559634B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F660C435-BC62-D2E9-CC8E-0AEDB939A2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690B0328-A48E-46FC-0D0C-AE2E11BAD7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E6871720-7B82-EF57-3B09-85595FAA565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179426BD-2F32-5FA2-8B1C-136F6608E6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C29F703E-59BA-3B09-94E6-DAF22FD8E7AB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04EE027B-9B58-95BA-ABE9-47681C2F43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11487389-CF02-4590-67E5-9CE7BAAF963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77E2C495-76C6-0D15-4C5C-BCA4FE0C52D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B93E9D29-6D9D-B17E-A934-A5E80B8B51B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1200E7FA-6E36-4276-0885-24D4D5B68E2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2B059D43-4A89-988D-8A75-763870051F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4F410AF2-8CDC-78F4-BEDD-442DB33501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50539544-328A-612B-DA35-20C2924D78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974002B8-F266-C0B0-F371-6D25F56E5A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824E999D-7A5B-4225-8ACB-E75E3C8E11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26FE8743-597F-22E8-2252-9242218BB7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03ED8871-F467-897A-DA05-CB305A26C7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987557DB-5CD4-3C07-1987-4398E4CE97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753AC991-A533-3A4E-DA71-07C06A0B48C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ACED4C45-FDA0-2DE8-291E-62CB1EE22E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56D160C2-9AE4-F662-C493-1C9C8A3E50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33D50BED-2F09-12B6-CCA1-C668F0E936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B22B8421-B806-A9FC-6574-C70A064345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E6EAE236-761A-858A-B794-3E253BB098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FFC309C5-03D3-507B-25D4-7C31B7CA9B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1C981312-2D57-6B98-4960-BB47FC8B96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0E4CA1D7-14C3-42EB-7130-A5E96F2602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A68BCDEF-3658-7ED5-CE35-10A75F35FFB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A74584EF-8973-8DBE-C033-2FAAC4E9B48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D7444FE1-EFA0-E0D8-C785-14CCEEAEFE06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C03A8411-D0FA-EC71-34A9-C4010888E8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2BC8034F-DB5A-8064-A11E-CCB179F3F15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24F54E83-6788-0BF4-6755-4910FBEA9D4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C384D80F-3488-C321-20B5-1AB2255E7B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0BB72DB6-D42C-D107-D62B-61DAD61C3C2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48FB0360-0F74-CA68-89C0-DCED68A8A8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EDD2C6CD-7156-3F14-0592-2F29C1E9C8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7C46BDA3-871D-CDEC-838C-CB35D9D8CA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2E95DF2E-0CB2-ED94-7757-DF41C3B519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9D74922B-2EAC-ABE8-BBA5-253D04A78C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84C525C0-0291-BA18-C781-7A4B40CA46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88996B65-73A2-491D-2CB7-B709849B97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CB6CD2C9-6854-546F-ED54-2BBE49D3DA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A13875E1-EF80-5BB5-3265-A12A7F1FD26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01C42F9D-1AC8-9FC8-20B1-ACA3C2CCC8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000C70A2-E9B0-B31E-49CD-8D6B258E84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F0C5114A-07F6-28D5-54DD-C56BDD3750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CD12D7D7-0DE4-F44A-5193-078F857122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A6660878-9246-9F1C-D174-D43F3176EA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592603DF-3EA8-04B9-97C8-57425215FB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A0C92F78-F8B6-6057-F834-DAF304D0EF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8AAF0E91-E355-3A7A-0C2D-5188036BD3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A94EB943-023C-F0C3-B5E3-D9EFB6CEEA0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2DE4D9EC-60DF-6CA9-8A92-8A0A4B68FA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D73B5336-3690-1665-D603-EF1F6D7CDCBC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8C1EE7A9-FB0C-C7CB-2274-A2145DFC09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7F681658-F719-76D6-C1F0-C84517253D4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EE421FC5-2C1F-248E-945D-8033CF1CF67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74B15BC0-1973-7772-F20C-66CDF11F50F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46D0A420-614F-4170-A68B-AEDFE695080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7A35EFEE-D9BD-74A3-AE0B-61B284EE77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F3DBC670-44D3-1D2B-0849-BAC2045A46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B549C798-EB0C-C6FD-4315-3B6CA9CDE8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2A235195-C092-64DF-F3C4-B683227DDA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5935742A-CAFF-F138-A897-7B1A773C65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5CCAD8C7-C853-C06B-8366-E22F48E9B6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B0B7DA55-B48F-73B5-1C0B-F5476D5D13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85EBD936-DCF5-F857-DB7A-66AEEB6B51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94D2C6F3-364C-858B-EA8F-1D107451BF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47AFC702-BBC4-A7C7-24EF-8F6CF7DC93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87CD5CE1-A451-0404-578C-D924257C04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150C319A-315F-CB14-F1DE-C2CECE572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CCED2CBD-D88B-2D94-518A-33CEAD37D2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9365E0D0-E391-74B5-5879-E342B7BFD5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E1ECE871-D76A-0ABE-1729-B06EB73FE4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75DB2C9A-49AD-C1F1-47A4-D6AF2C0EA4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B408DA7C-9A28-9C9C-AC62-61329E6FF8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9DBEC703-8422-6F88-E705-E52D7E898C1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D67E15C6-41AD-DA8B-3EDC-31287ADDF7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3E0D46FA-F084-FCB5-9157-45951E9FC5D5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8E290B70-AE1A-BB2E-31CA-044DF1C469B8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43F3AB87-779E-558F-9623-F9D72E516C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301128D9-10C6-A3FB-FA5E-7CC07D5F3FA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F0FB985D-F2EB-B542-8AB1-1FF37077FA3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335D5132-FED2-D5D5-993F-09829E81653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FA6510DF-28C1-ED0A-4D12-0ACA1179759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491F328F-2A48-A382-E689-762339F510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8121AB7D-F92D-4214-EFDE-74AA6181E7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B2E89C80-75E0-275F-28E8-BD4B8799AF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64C2CDC9-7C6B-876D-02D7-B4277D8417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94A5D182-228E-5E54-BE27-1FACE1C603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81B379CE-903E-79F3-5A0A-066D3A23CD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B6026BBC-17E4-6528-4575-D9538F8686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8E5D7696-729B-2E0E-261D-0D10FC04F9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A308FA69-FEFE-E5DB-A630-A43914380FB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90A0F289-C953-CA84-E7B0-D8810EBF4F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46113DCF-EC44-5B83-9D79-E2DFFD4149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41AC34C7-187F-E44F-EA4C-57F896AE34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579D6760-05BD-AFF4-390B-E5EA1D09A9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4A7932F0-3BA4-3C56-C303-D6CCBB296D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EEF27B42-8EE9-271A-E981-3BB9D477D5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D87378AC-CC86-8F2F-4A63-15B4C212AF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C3DD658B-20BC-BDC6-2FD4-8F9E2EBE48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A4A5E9CA-3664-9DDC-924A-BBA7FD69F8B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9E316D2A-1395-D0BC-1026-193AC88E03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84E337F3-EFE5-D7CF-9A7F-AECB741B923C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F2CAA-22FD-6A81-C243-A4E8C0EB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anycast DNS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08056773-EA95-DDCD-7F53-C97605A1C370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CCEF1E-78A5-CC41-2485-EFE8BD67B39E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AE9EA261-D9BD-DD42-73EF-80EC7B33B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E3C862A1-9698-3D32-00B0-0BF19E29C4A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F54FA446-854E-B8D2-E4C9-5C78103BB71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269C42-F1CA-0DB2-E4CF-8B54FCEF490C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C067D58A-8C7B-FA5A-B98E-03D1E4746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9607D573-5AC4-98B7-FD5C-8282D804847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50117044-5A26-41D8-8201-3246A503AB3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D1D2FD-3CB4-4147-FADE-8391462872DE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A8991B28-98E4-BEF1-3F45-E8A437762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BE58DFFF-1404-F2D3-83E9-0075BE92ED3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1A959F78-5567-A77E-E013-EB392D14B5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68" name="TextBox 667">
            <a:extLst>
              <a:ext uri="{FF2B5EF4-FFF2-40B4-BE49-F238E27FC236}">
                <a16:creationId xmlns:a16="http://schemas.microsoft.com/office/drawing/2014/main" id="{48F30DA5-3556-5EC6-612B-8567EB4913FD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766E1A64-19CA-21D0-1393-1DA7E9A5AF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39828C-BE69-387E-A194-F3DB3016E8D6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0BD4E4AF-9037-8514-635E-6EAF91239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794C94B6-E441-C335-23EF-A8CA93A21F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F87128C-2A31-40C5-C1BA-7F0C948A005E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9EE1CD-333B-A33B-D2E0-D116AB626257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BDFF30-A1C0-CA31-1DF9-4E7EF49151EC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72AE2BAA-8A85-4CE4-6AF8-0FE87FF235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9E25BB2A-0BD1-7CE2-77F3-7AD5A4C55D4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25F5FEC1-D546-B457-9638-56AAA5ECD54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E8E550AC-0D73-CA2B-4809-1269A419785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A034FF9A-8E49-B4BF-1C59-BD252BD6738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31DD7C88-295A-AA4D-C9D5-D15201F2AB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1807113D-09E0-E058-08C4-E04534C7D3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167FED31-B94F-8ED1-520C-0C623F4922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26CDDBAC-A5C2-808F-EB96-D2E2606F8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EBEB87E5-5E8C-1555-27AF-7E5689AEDE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565A7BE1-DD25-A5D1-6B95-0DE37BBC7B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AD93ACA3-834A-7C8D-E134-71E00A0F69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284C5AD6-DD7A-EB19-667B-CCBA0A8E0C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A0EB061D-CA5B-E07D-42DA-115171545D5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8050DFD9-0B5C-6B8B-F169-A112354AD5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3C7BFA5F-CD8E-B538-FF24-F9BBF87018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490A09C4-1FB5-0C2B-F49E-DBD1839093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1B4634BE-5D61-5A70-AC11-EA27AEE078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D04206DB-2791-36A2-A95E-FCAEE5BEEB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54F8418B-DA4F-E041-1E1C-8DF5F5AAFE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DB9DD498-F3DD-91B6-B9F2-EB7B0C8085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D6A6D11D-C81A-5C4C-B72E-B969FA27C1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647C81E6-8A12-CE3B-9CF6-ACBC6A4A78B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5E4EDE63-E34E-AC89-CE02-2B2381C6AC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808C510D-C579-7DD1-453E-7450761A17AE}"/>
              </a:ext>
            </a:extLst>
          </p:cNvPr>
          <p:cNvSpPr/>
          <p:nvPr/>
        </p:nvSpPr>
        <p:spPr>
          <a:xfrm>
            <a:off x="1253613" y="1793329"/>
            <a:ext cx="4999703" cy="2104987"/>
          </a:xfrm>
          <a:custGeom>
            <a:avLst/>
            <a:gdLst>
              <a:gd name="connsiteX0" fmla="*/ 0 w 4999703"/>
              <a:gd name="connsiteY0" fmla="*/ 1923265 h 2104987"/>
              <a:gd name="connsiteX1" fmla="*/ 1504335 w 4999703"/>
              <a:gd name="connsiteY1" fmla="*/ 1938013 h 2104987"/>
              <a:gd name="connsiteX2" fmla="*/ 3495368 w 4999703"/>
              <a:gd name="connsiteY2" fmla="*/ 153458 h 2104987"/>
              <a:gd name="connsiteX3" fmla="*/ 4999703 w 4999703"/>
              <a:gd name="connsiteY3" fmla="*/ 153458 h 210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9703" h="2104987">
                <a:moveTo>
                  <a:pt x="0" y="1923265"/>
                </a:moveTo>
                <a:cubicBezTo>
                  <a:pt x="460887" y="2078123"/>
                  <a:pt x="921774" y="2232981"/>
                  <a:pt x="1504335" y="1938013"/>
                </a:cubicBezTo>
                <a:cubicBezTo>
                  <a:pt x="2086896" y="1643045"/>
                  <a:pt x="2912807" y="450884"/>
                  <a:pt x="3495368" y="153458"/>
                </a:cubicBezTo>
                <a:cubicBezTo>
                  <a:pt x="4077929" y="-143968"/>
                  <a:pt x="4699819" y="67426"/>
                  <a:pt x="4999703" y="153458"/>
                </a:cubicBezTo>
              </a:path>
            </a:pathLst>
          </a:custGeom>
          <a:noFill/>
          <a:ln w="349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7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3C3D-EE0A-3006-B778-33C9FC83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CF83-C09F-9594-4C80-270CF5B9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anycast BGP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7A50-DE03-B151-7D52-7BF0BB7F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no special configuration</a:t>
            </a:r>
          </a:p>
          <a:p>
            <a:r>
              <a:rPr lang="en-US" dirty="0"/>
              <a:t>BGP advertises the anycast network to its peers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DA0AF9CB-3921-CB7C-6EA9-4678238FB0EF}"/>
              </a:ext>
            </a:extLst>
          </p:cNvPr>
          <p:cNvGrpSpPr>
            <a:grpSpLocks/>
          </p:cNvGrpSpPr>
          <p:nvPr/>
        </p:nvGrpSpPr>
        <p:grpSpPr bwMode="auto">
          <a:xfrm>
            <a:off x="740000" y="2796432"/>
            <a:ext cx="5181510" cy="2260600"/>
            <a:chOff x="126" y="2432"/>
            <a:chExt cx="6855" cy="1424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10A9CB6-3418-69B9-5AE3-F68A9579C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242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10.1.10.1 remote-as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10.1.10.1 description AS1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6.7.8.0/24</a:t>
              </a:r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ED9BDB8F-7C15-32F7-E757-34DA2110B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as10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3945F13-9B26-C1EB-F8EA-68F3DD73FEA1}"/>
              </a:ext>
            </a:extLst>
          </p:cNvPr>
          <p:cNvSpPr txBox="1"/>
          <p:nvPr/>
        </p:nvSpPr>
        <p:spPr>
          <a:xfrm>
            <a:off x="3570445" y="5971346"/>
            <a:ext cx="518151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disables the check of the existence of incoming and outgoing filters (required by RFC 8212)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282083F1-DAB5-A2E3-0CB0-4A80DD325FA8}"/>
              </a:ext>
            </a:extLst>
          </p:cNvPr>
          <p:cNvGrpSpPr>
            <a:grpSpLocks/>
          </p:cNvGrpSpPr>
          <p:nvPr/>
        </p:nvGrpSpPr>
        <p:grpSpPr bwMode="auto">
          <a:xfrm>
            <a:off x="6400890" y="2796432"/>
            <a:ext cx="5181510" cy="2260600"/>
            <a:chOff x="126" y="2432"/>
            <a:chExt cx="6855" cy="1424"/>
          </a:xfrm>
        </p:grpSpPr>
        <p:sp>
          <p:nvSpPr>
            <p:cNvPr id="26" name="AutoShape 5">
              <a:extLst>
                <a:ext uri="{FF2B5EF4-FFF2-40B4-BE49-F238E27FC236}">
                  <a16:creationId xmlns:a16="http://schemas.microsoft.com/office/drawing/2014/main" id="{C4160D51-D15F-3C3D-B8D8-F6F2ADAA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242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10.50.60.1 remote-as 50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10.50.60.1 description AS50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6.7.8.0/24</a:t>
              </a:r>
            </a:p>
          </p:txBody>
        </p:sp>
        <p:sp>
          <p:nvSpPr>
            <p:cNvPr id="27" name="AutoShape 9">
              <a:extLst>
                <a:ext uri="{FF2B5EF4-FFF2-40B4-BE49-F238E27FC236}">
                  <a16:creationId xmlns:a16="http://schemas.microsoft.com/office/drawing/2014/main" id="{A1A94787-0404-5FC1-8C76-F1F88FF9D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as60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934E2B-47B2-F685-9E81-2C0A04A8AA7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161200" y="3518832"/>
            <a:ext cx="353900" cy="245251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5BBB70-77BD-35C5-877F-B3A3B830790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3974837" y="3518832"/>
            <a:ext cx="2186363" cy="245251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3">
            <a:extLst>
              <a:ext uri="{FF2B5EF4-FFF2-40B4-BE49-F238E27FC236}">
                <a16:creationId xmlns:a16="http://schemas.microsoft.com/office/drawing/2014/main" id="{64FB9714-5294-9B75-05B2-253A2EAD0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746" y="4541935"/>
            <a:ext cx="2186363" cy="360363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D3437BE3-16AE-337D-8FB0-7B77263FA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571" y="4550217"/>
            <a:ext cx="2186363" cy="360363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104928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9404-70EE-3E0C-0179-585268DF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C54A-030B-3FB0-1A55-E05143BB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anycast BGP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B3D3-D270-F184-08ED-0D1BDD63A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no special configuration</a:t>
            </a:r>
          </a:p>
          <a:p>
            <a:r>
              <a:rPr lang="en-US" dirty="0"/>
              <a:t>BGP advertises the anycast network to its peers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A859837E-CB6F-CB2F-234E-4BF6161E9B9F}"/>
              </a:ext>
            </a:extLst>
          </p:cNvPr>
          <p:cNvGrpSpPr>
            <a:grpSpLocks/>
          </p:cNvGrpSpPr>
          <p:nvPr/>
        </p:nvGrpSpPr>
        <p:grpSpPr bwMode="auto">
          <a:xfrm>
            <a:off x="3364832" y="3120940"/>
            <a:ext cx="5181510" cy="2193925"/>
            <a:chOff x="126" y="2432"/>
            <a:chExt cx="6855" cy="1382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22F8C079-784D-ADF5-8C84-3BF356EB6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200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50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10.40.50.1 remote-as 40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10.40.50.2 description AS40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10.50.60.2 remote-as 60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10.50.60.2 description AS60</a:t>
              </a:r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7FE635F7-6D6B-E4BD-96B1-E4554258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as50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927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02CF8-60E3-CA8A-A7AF-52DE7A87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851D-6B59-F48E-338B-BCD8B7EA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</a:t>
            </a:r>
            <a:r>
              <a:rPr lang="en-US" noProof="0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DC21-8199-3E56-4730-621B22B40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BIND (Berkeley Internet Name Domain)</a:t>
            </a:r>
          </a:p>
          <a:p>
            <a:pPr lvl="1"/>
            <a:r>
              <a:rPr lang="en-US" dirty="0"/>
              <a:t>open-source nameserver</a:t>
            </a:r>
          </a:p>
          <a:p>
            <a:r>
              <a:rPr lang="en-US" dirty="0"/>
              <a:t>configure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named</a:t>
            </a:r>
            <a:r>
              <a:rPr lang="en-US" dirty="0"/>
              <a:t> daemon 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dns3</a:t>
            </a:r>
          </a:p>
          <a:p>
            <a:r>
              <a:rPr lang="en-US" dirty="0"/>
              <a:t>we will treat them as root nameservers </a:t>
            </a:r>
          </a:p>
          <a:p>
            <a:pPr lvl="1"/>
            <a:r>
              <a:rPr lang="en-US" dirty="0"/>
              <a:t>no DNS hierarchy and no recursive queries</a:t>
            </a:r>
          </a:p>
          <a:p>
            <a:r>
              <a:rPr lang="en-US" dirty="0"/>
              <a:t>the three DNS have authority on a record resolving the name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google.com</a:t>
            </a:r>
            <a:r>
              <a:rPr lang="en-US" dirty="0"/>
              <a:t> with the address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8.8.4.4</a:t>
            </a:r>
          </a:p>
        </p:txBody>
      </p:sp>
    </p:spTree>
    <p:extLst>
      <p:ext uri="{BB962C8B-B14F-4D97-AF65-F5344CB8AC3E}">
        <p14:creationId xmlns:p14="http://schemas.microsoft.com/office/powerpoint/2010/main" val="1784373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D3F7-213A-D312-DE02-F52ABBE3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DD04-1B2D-CAD2-B6E1-5BD27D6A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F65988BF-7598-2B9D-4765-C89587CEC75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1973263"/>
            <a:chOff x="126" y="2432"/>
            <a:chExt cx="6855" cy="1243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75FED67D-B17A-A691-E22B-00A3C654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061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include "/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named.conf.options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";</a:t>
              </a:r>
            </a:p>
            <a:p>
              <a:pPr>
                <a:lnSpc>
                  <a:spcPts val="1350"/>
                </a:lnSpc>
                <a:buNone/>
              </a:pPr>
              <a:b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zone "." {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  type master;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  file "/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";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89E27A93-6204-EC08-B91D-C695A850E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named.conf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D30BA14-FD37-028A-F6B6-793E835D7FD4}"/>
              </a:ext>
            </a:extLst>
          </p:cNvPr>
          <p:cNvSpPr txBox="1"/>
          <p:nvPr/>
        </p:nvSpPr>
        <p:spPr>
          <a:xfrm>
            <a:off x="6331226" y="1899736"/>
            <a:ext cx="5660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 options file (required by </a:t>
            </a:r>
            <a:r>
              <a:rPr lang="en-US" altLang="it-IT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named</a:t>
            </a:r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19DA57-6223-79DC-CEFA-E197D6028CD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098774" y="2084402"/>
            <a:ext cx="1232452" cy="12938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671813-E6F2-55C4-445B-D8799D9B759B}"/>
              </a:ext>
            </a:extLst>
          </p:cNvPr>
          <p:cNvSpPr txBox="1"/>
          <p:nvPr/>
        </p:nvSpPr>
        <p:spPr>
          <a:xfrm>
            <a:off x="6331226" y="2438253"/>
            <a:ext cx="5660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 zone configuration (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"."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identifies the root zone)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966F60-BB40-ED68-A662-2EB3CE9C2082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888435" y="2622919"/>
            <a:ext cx="4442791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00FA11-685C-85D8-022C-844BEDA14C7E}"/>
              </a:ext>
            </a:extLst>
          </p:cNvPr>
          <p:cNvSpPr txBox="1"/>
          <p:nvPr/>
        </p:nvSpPr>
        <p:spPr>
          <a:xfrm>
            <a:off x="6331226" y="2976770"/>
            <a:ext cx="5660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are the primary master of the root zone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72816B-4874-0559-F2B4-5AAB07BCFE17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2991678" y="2807585"/>
            <a:ext cx="3339548" cy="35385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CEA129-02EE-488F-FE71-8D595840F9D3}"/>
              </a:ext>
            </a:extLst>
          </p:cNvPr>
          <p:cNvSpPr txBox="1"/>
          <p:nvPr/>
        </p:nvSpPr>
        <p:spPr>
          <a:xfrm>
            <a:off x="6331226" y="3505639"/>
            <a:ext cx="5660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containing the names’ records of this zone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4BBB75-A7C1-FB74-E45A-2DFEEB6296B6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3150704" y="3216714"/>
            <a:ext cx="3180522" cy="47359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15">
            <a:extLst>
              <a:ext uri="{FF2B5EF4-FFF2-40B4-BE49-F238E27FC236}">
                <a16:creationId xmlns:a16="http://schemas.microsoft.com/office/drawing/2014/main" id="{EC5667A7-F34B-312D-E867-F45CB996AC1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946893"/>
            <a:ext cx="5181510" cy="1470025"/>
            <a:chOff x="126" y="2432"/>
            <a:chExt cx="6855" cy="926"/>
          </a:xfrm>
        </p:grpSpPr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B8607C9A-053C-0FF8-0690-DD86B61AA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74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options {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    directory "/var/cache/</a:t>
              </a:r>
              <a:r>
                <a:rPr kumimoji="0" lang="it-IT" sz="1600" b="1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bind</a:t>
              </a:r>
              <a:r>
                <a:rPr kumimoji="0" lang="it-IT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";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31" name="AutoShape 9">
              <a:extLst>
                <a:ext uri="{FF2B5EF4-FFF2-40B4-BE49-F238E27FC236}">
                  <a16:creationId xmlns:a16="http://schemas.microsoft.com/office/drawing/2014/main" id="{2182B77E-5D91-B0DC-78C3-DAB8FB3B4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382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named.conf.options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1F5A3B4-6595-BC50-B2ED-631C3D0B33C2}"/>
              </a:ext>
            </a:extLst>
          </p:cNvPr>
          <p:cNvSpPr txBox="1"/>
          <p:nvPr/>
        </p:nvSpPr>
        <p:spPr>
          <a:xfrm>
            <a:off x="6331226" y="4282128"/>
            <a:ext cx="56608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this folder to store the cache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otherwise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named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does not start!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87BB06-B74B-C98C-BE13-CF24C21964B8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353339" y="4605294"/>
            <a:ext cx="1977887" cy="23083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23" grpId="0" animBg="1"/>
      <p:bldP spid="26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31F4-60CF-987D-230D-5A827FFA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 of a resource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AB9C-6602-3E4E-CDCF-FC5681511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&lt;domain&gt; &lt;class&gt; &lt;type&gt; &lt;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rdata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 algn="ctr">
              <a:buNone/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domain</a:t>
            </a:r>
            <a:r>
              <a:rPr lang="en-GB" dirty="0"/>
              <a:t>: the record owner </a:t>
            </a:r>
          </a:p>
          <a:p>
            <a:pPr lvl="1"/>
            <a:r>
              <a:rPr lang="en-GB" dirty="0"/>
              <a:t>domain to which the record refers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GB" dirty="0"/>
              <a:t>: usually IN (=Internet system); may be HS (=</a:t>
            </a:r>
            <a:r>
              <a:rPr lang="en-GB" dirty="0" err="1"/>
              <a:t>hesiod</a:t>
            </a:r>
            <a:r>
              <a:rPr lang="en-GB" dirty="0"/>
              <a:t>) or CH (=chaos)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GB" dirty="0"/>
              <a:t>: see next slide</a:t>
            </a:r>
          </a:p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rdata</a:t>
            </a:r>
            <a:r>
              <a:rPr lang="en-GB" dirty="0"/>
              <a:t>: record data (depends on the record type)</a:t>
            </a:r>
          </a:p>
        </p:txBody>
      </p:sp>
    </p:spTree>
    <p:extLst>
      <p:ext uri="{BB962C8B-B14F-4D97-AF65-F5344CB8AC3E}">
        <p14:creationId xmlns:p14="http://schemas.microsoft.com/office/powerpoint/2010/main" val="1562889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>
            <a:extLst>
              <a:ext uri="{FF2B5EF4-FFF2-40B4-BE49-F238E27FC236}">
                <a16:creationId xmlns:a16="http://schemas.microsoft.com/office/drawing/2014/main" id="{308969D9-343B-856F-1FD5-1A5815D53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8300" y="-26988"/>
            <a:ext cx="8915400" cy="1143001"/>
          </a:xfrm>
        </p:spPr>
        <p:txBody>
          <a:bodyPr/>
          <a:lstStyle/>
          <a:p>
            <a:pPr eaLnBrk="1" hangingPunct="1"/>
            <a:r>
              <a:rPr lang="en-US" sz="4400" dirty="0"/>
              <a:t>DNS </a:t>
            </a:r>
            <a:r>
              <a:rPr lang="en-US" sz="4400" noProof="0" dirty="0"/>
              <a:t>configuration</a:t>
            </a:r>
            <a:endParaRPr lang="en-US" altLang="it-IT" sz="4000" dirty="0"/>
          </a:p>
        </p:txBody>
      </p:sp>
      <p:sp>
        <p:nvSpPr>
          <p:cNvPr id="23558" name="AutoShape 31">
            <a:extLst>
              <a:ext uri="{FF2B5EF4-FFF2-40B4-BE49-F238E27FC236}">
                <a16:creationId xmlns:a16="http://schemas.microsoft.com/office/drawing/2014/main" id="{F181AFDC-4862-F5DE-F50E-1810F23E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168" y="1128783"/>
            <a:ext cx="9237663" cy="5445125"/>
          </a:xfrm>
          <a:prstGeom prst="foldedCorner">
            <a:avLst>
              <a:gd name="adj" fmla="val 5773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tabLst>
                <a:tab pos="1338263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1338263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tabLst>
                <a:tab pos="13382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1338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2400" dirty="0"/>
              <a:t>available record types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A     a host address.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A6    Obsolete format of IPv6 address.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AAAA  an IPv6 address.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AFSDB (x) location of AFS database servers. Experimental.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CERT  holds a digital certificate.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CNAME identifies the canonical name of an alias.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DNAME for delegation of reverse addresses. Replaces the domain name specified with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      another name to be looked up. Described in RFC 2672.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GPOS  Specifies the global position. Superseded by LOC.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HINFO identifies the CPU and OS used by a host.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ISDN  (x) representation of ISDN addresses. Experimental.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KEY   stores a public key associated with a DNS name.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KX    identifies a key exchanger for this DNS name.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LOC   (x) for storing GPS info. See RFC 1876. Experimental.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MX    identifies a mail exchange for the domain. See RFC 974 for details.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NAPTR name authority pointer.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NSAP  a network service access point.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NS    the authoritative nameserver for the domain.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NXT   used in DNSSEC to securely indicate that RRs with an owner name in a certain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      name interval do not exist in a zone and indicate what R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PTR   a pointer to another part of the domain name space.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PX    provides mappings between RFC 822 and X.400 addresses.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RP    (x) information on persons responsible for the domain. Experimental.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RT    (x) route-through binding for hosts that do not have their own direct wide area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      network addresses. Experimental.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SIG   ("signature") contains data authenticated in the secure DNS. See RFC 2535 for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      details.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1" dirty="0">
                <a:latin typeface="Courier New" panose="02070309020205020404" pitchFamily="49" charset="0"/>
              </a:rPr>
              <a:t>SOA   identifies the start of a zone of authority.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SRV   information about well known network services (replaces WKS).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TXT   text records.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WKS   (h) information about which well known network services, such as SMTP, that a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      domain supports. Historical, replaced by newer RR SRV.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dirty="0">
                <a:latin typeface="Courier New" panose="02070309020205020404" pitchFamily="49" charset="0"/>
              </a:rPr>
              <a:t>X25   (x) representation of X.25 network addresses. Experimental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9456-7E41-9204-A663-7F176DF5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0C18-476A-5EC4-BB8D-A5D0E575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4E74E774-D7D9-6113-088F-0399B56B6F0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6FD459B9-82F7-DEA6-79BE-F1895B77C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0F903B6F-BC1E-D8C3-5B58-3D46B5E00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877251F-F0D8-0387-77B2-EA7962D9F01F}"/>
              </a:ext>
            </a:extLst>
          </p:cNvPr>
          <p:cNvSpPr txBox="1"/>
          <p:nvPr/>
        </p:nvSpPr>
        <p:spPr>
          <a:xfrm>
            <a:off x="6331226" y="1385799"/>
            <a:ext cx="56608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to live, in sec (determines how long a resource record should be cached)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A4B2F-1E33-1B75-FE8C-60580720D91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66730" y="1708965"/>
            <a:ext cx="4164496" cy="504825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3">
            <a:extLst>
              <a:ext uri="{FF2B5EF4-FFF2-40B4-BE49-F238E27FC236}">
                <a16:creationId xmlns:a16="http://schemas.microsoft.com/office/drawing/2014/main" id="{741FC103-88B2-246E-529B-53ED8627A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5" y="2301177"/>
            <a:ext cx="5071386" cy="1654597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C5D63-247C-94B9-7B34-56B7AA18B926}"/>
              </a:ext>
            </a:extLst>
          </p:cNvPr>
          <p:cNvSpPr txBox="1"/>
          <p:nvPr/>
        </p:nvSpPr>
        <p:spPr>
          <a:xfrm>
            <a:off x="6331226" y="2229735"/>
            <a:ext cx="566088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of Authority record; only one SOA record per zone data file. </a:t>
            </a:r>
            <a:r>
              <a:rPr lang="en-US" noProof="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rdata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must be on a single line; line breaks can be only used by adding brackets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CCCEE0-3B0F-D777-0890-4C3FC6CCE6A7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715001" y="2625925"/>
            <a:ext cx="616225" cy="65475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04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AE78-F188-B1ED-CF21-CEF89EC7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8B6D-B9CA-A8E8-92BE-31C3C392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C440FB9D-E1D7-982E-102D-CB4E875A27F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8467E6B3-F7E3-ED09-9891-6654FE6C0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9ECBCA03-DB8E-1FD7-ED02-93F4FE088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D84D553D-E913-4854-05FF-A80589B4B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5" y="2301178"/>
            <a:ext cx="270785" cy="259274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12C62F-ACB9-5A51-4DEB-748FA1830400}"/>
              </a:ext>
            </a:extLst>
          </p:cNvPr>
          <p:cNvSpPr txBox="1"/>
          <p:nvPr/>
        </p:nvSpPr>
        <p:spPr>
          <a:xfrm>
            <a:off x="6271591" y="1247300"/>
            <a:ext cx="5660884" cy="222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 refers to the current </a:t>
            </a:r>
            <a:r>
              <a:rPr lang="en-US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origin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(in this case, </a:t>
            </a:r>
            <a:r>
              <a:rPr lang="en-US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"."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  <a:p>
            <a:pPr eaLnBrk="1" hangingPunct="1">
              <a:lnSpc>
                <a:spcPct val="95000"/>
              </a:lnSpc>
            </a:pP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origin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domain name in the </a:t>
            </a:r>
            <a:r>
              <a:rPr lang="en-US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zone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 of the server configuration file:</a:t>
            </a:r>
          </a:p>
          <a:p>
            <a:pPr lvl="1" eaLnBrk="1" hangingPunct="1">
              <a:lnSpc>
                <a:spcPct val="95000"/>
              </a:lnSpc>
            </a:pP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zone </a:t>
            </a:r>
            <a:r>
              <a:rPr lang="en-US" b="1" noProof="0" dirty="0">
                <a:solidFill>
                  <a:schemeClr val="tx2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"."</a:t>
            </a: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{</a:t>
            </a:r>
          </a:p>
          <a:p>
            <a:pPr lvl="1" eaLnBrk="1" hangingPunct="1">
              <a:lnSpc>
                <a:spcPct val="95000"/>
              </a:lnSpc>
            </a:pP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 type master;</a:t>
            </a:r>
          </a:p>
          <a:p>
            <a:pPr lvl="1" eaLnBrk="1" hangingPunct="1">
              <a:lnSpc>
                <a:spcPct val="95000"/>
              </a:lnSpc>
            </a:pP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 file "/</a:t>
            </a:r>
            <a:r>
              <a:rPr lang="en-US" b="1" noProof="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etc</a:t>
            </a: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/bind/</a:t>
            </a:r>
            <a:r>
              <a:rPr lang="en-US" b="1" noProof="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db.root</a:t>
            </a: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";</a:t>
            </a:r>
          </a:p>
          <a:p>
            <a:pPr lvl="1" eaLnBrk="1" hangingPunct="1">
              <a:lnSpc>
                <a:spcPct val="95000"/>
              </a:lnSpc>
            </a:pPr>
            <a:r>
              <a:rPr lang="en-US" b="1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};</a:t>
            </a:r>
            <a:endParaRPr lang="en-US" noProof="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304FC3-3DB3-4F36-4A20-F771D6634C8B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914400" y="2243729"/>
            <a:ext cx="5357191" cy="18708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61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1C7F-963B-495C-1D31-12B5A6AD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8CF8-5879-5919-DF7D-72951FB9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E03BB097-36D2-5691-095B-18DF14A141C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C5C51F44-649E-99D7-363A-A7B3397FE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F613A925-016C-0A01-693F-6AA2DEC48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AB55A5CC-66EF-5D05-E4D5-43978FF01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485" y="2279264"/>
            <a:ext cx="2407698" cy="259274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A80C5-1AD2-7E11-CD43-828F88183A5F}"/>
              </a:ext>
            </a:extLst>
          </p:cNvPr>
          <p:cNvSpPr txBox="1"/>
          <p:nvPr/>
        </p:nvSpPr>
        <p:spPr>
          <a:xfrm>
            <a:off x="6271591" y="2763001"/>
            <a:ext cx="5660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primary master (=authority) server for this zone (</a:t>
            </a:r>
            <a:r>
              <a:rPr lang="en-US" noProof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.</a:t>
            </a:r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B4476B-1635-C0C1-026C-10A5C9F2CAF0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230217" y="2538538"/>
            <a:ext cx="3041374" cy="40912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10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EACE-1382-3EA9-791B-B161EDC0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AF8E-92D2-5401-772C-6D00194C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C3ED4E2B-F107-FD5C-62F5-62F3A2FE044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63964C13-2DB4-650B-40C2-E4338993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3282ADB0-804B-9F2A-AD76-5607A1DE0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FAC4FA19-84EC-04C6-371C-F3766F98B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390" y="2299947"/>
            <a:ext cx="1987827" cy="259274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D32F8-E5F8-0227-3891-F4B475C9E2BA}"/>
              </a:ext>
            </a:extLst>
          </p:cNvPr>
          <p:cNvSpPr txBox="1"/>
          <p:nvPr/>
        </p:nvSpPr>
        <p:spPr>
          <a:xfrm>
            <a:off x="6321287" y="1744683"/>
            <a:ext cx="566088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mail address of the administrator of this zone (</a:t>
            </a:r>
            <a:r>
              <a:rPr lang="en-US" noProof="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root@ROOT-SERVER</a:t>
            </a:r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 the @ is replaced with a .;</a:t>
            </a:r>
          </a:p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meant to be accessed by humans, no usage in the DNS 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DC09EB-0365-A486-95FA-54D5004EC0CE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5516217" y="2344848"/>
            <a:ext cx="805070" cy="8473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488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4617-F8B1-3885-7280-6E7305F6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1D5E-6D0D-BA32-BD7F-4EDEE8AB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FCD2FF9F-1033-18EF-4B83-CFB926FAA51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A1EA0A4C-5280-6C05-E286-B93D5C2C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3DFD9587-072C-A93D-665B-63E091797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21D40DB3-EFEB-A59B-28F6-F31231535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20" y="2555057"/>
            <a:ext cx="2584219" cy="1162177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36166-1D68-3825-D11F-76CF2CA864CD}"/>
              </a:ext>
            </a:extLst>
          </p:cNvPr>
          <p:cNvSpPr txBox="1"/>
          <p:nvPr/>
        </p:nvSpPr>
        <p:spPr>
          <a:xfrm>
            <a:off x="6271592" y="2373154"/>
            <a:ext cx="56608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configuration only useful for master/slave configurations, but still required by </a:t>
            </a:r>
            <a:r>
              <a:rPr lang="en-US" noProof="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named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B4CF14-AFC6-C7C6-D7B4-D6AF5E41BD85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3438939" y="2696320"/>
            <a:ext cx="2832653" cy="43982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950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CB32C-0A0E-1EEC-4C39-1CA19730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EECA-8736-2234-1FE1-1DE89D12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8E5D77FB-EF66-03C7-ED1A-CB8E950D34A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BAC4F4A3-20BC-F680-4C55-E012F7674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E9257A8-49FF-0E3F-7B43-7D76ABC3A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ED714F86-617C-6941-21F4-2FDBC35AD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4" y="4124739"/>
            <a:ext cx="4852725" cy="247778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30C15A-FF66-39E2-3CE3-62098FEB8EDB}"/>
              </a:ext>
            </a:extLst>
          </p:cNvPr>
          <p:cNvSpPr txBox="1"/>
          <p:nvPr/>
        </p:nvSpPr>
        <p:spPr>
          <a:xfrm>
            <a:off x="6096000" y="3478408"/>
            <a:ext cx="60099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 type NS (name server); 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authoritative name server for this zone (</a:t>
            </a: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</a:t>
            </a: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ROOT-SERVER.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(this server!)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FD38EE-E2FD-54AC-1075-0BBD16316183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5496339" y="3801574"/>
            <a:ext cx="599661" cy="44705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023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8113-3C84-F791-18FF-687E6AC9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5870-C549-50B6-2CD8-80DDB4AA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73BDFF96-D7E4-41AE-9499-FFF8D74D9A3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0F814157-AC87-761D-AC58-206EF2AB2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36C9EECA-377D-2BE9-E0AE-BAD9D283A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C823B069-42A5-9AB4-9DDF-ED83239D3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4" y="4124739"/>
            <a:ext cx="4852725" cy="247778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CDCB82-8AC1-3897-604A-9E39081E6A0E}"/>
              </a:ext>
            </a:extLst>
          </p:cNvPr>
          <p:cNvSpPr txBox="1"/>
          <p:nvPr/>
        </p:nvSpPr>
        <p:spPr>
          <a:xfrm>
            <a:off x="6096000" y="3478408"/>
            <a:ext cx="60099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 type NS (name server); 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authoritative name server for this zone (</a:t>
            </a: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is </a:t>
            </a: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ROOT-SERVER.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(this server!)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4DC797-C532-025D-E0F5-B0FC9A10070A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5496339" y="3801574"/>
            <a:ext cx="599661" cy="44705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3">
            <a:extLst>
              <a:ext uri="{FF2B5EF4-FFF2-40B4-BE49-F238E27FC236}">
                <a16:creationId xmlns:a16="http://schemas.microsoft.com/office/drawing/2014/main" id="{104756D5-3620-9928-3C3C-7B3824FE5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4" y="4372517"/>
            <a:ext cx="4852725" cy="247778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B29C2-CAD3-866D-2CEA-9304A8E32D62}"/>
              </a:ext>
            </a:extLst>
          </p:cNvPr>
          <p:cNvSpPr txBox="1"/>
          <p:nvPr/>
        </p:nvSpPr>
        <p:spPr>
          <a:xfrm>
            <a:off x="6096000" y="4214387"/>
            <a:ext cx="60099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 type A (IPv4 address); 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resolves the domain name </a:t>
            </a:r>
            <a:b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ROOT-SERVER.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the IP </a:t>
            </a:r>
            <a:r>
              <a:rPr lang="en-US" altLang="it-IT" sz="1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6.7.8.9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(self resolving)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0ABF5D-4494-94AC-9581-2D826AFDF048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5496339" y="4496406"/>
            <a:ext cx="599661" cy="4114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4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B948F-79CD-31DB-56EF-31F5A10D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8921-E388-BE44-21A2-AA8F54DA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33C758CC-AB72-F006-7551-FF578A02271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2"/>
            <a:ext cx="5181510" cy="3729038"/>
            <a:chOff x="126" y="2432"/>
            <a:chExt cx="6855" cy="234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C3761A3C-0BB8-8FF3-7869-46BBB1530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216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$TTL 60000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IN  SOA  ROOT-SERVER. 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root.ROOT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-SERVER. (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2025022801 ; serial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28 ; refresh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14 ; retry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3600000 ; expire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0 ; negative cache </a:t>
              </a: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ttl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              IN      NS      ROOT-SERVER.</a:t>
              </a: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ROOT-SERVER.   IN      A       6.7.8.9</a:t>
              </a:r>
            </a:p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 err="1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.    IN      A       8.8.4.4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375F99B0-5230-9912-596E-31FD87C8B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/bind/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db.root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Rectangle 33">
            <a:extLst>
              <a:ext uri="{FF2B5EF4-FFF2-40B4-BE49-F238E27FC236}">
                <a16:creationId xmlns:a16="http://schemas.microsoft.com/office/drawing/2014/main" id="{F0F130C2-3C0D-1E0D-082F-6DA33A34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4" y="4791657"/>
            <a:ext cx="4852725" cy="247778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A18E7-1F6C-0DAB-56DB-D23639BDFC34}"/>
              </a:ext>
            </a:extLst>
          </p:cNvPr>
          <p:cNvSpPr txBox="1"/>
          <p:nvPr/>
        </p:nvSpPr>
        <p:spPr>
          <a:xfrm>
            <a:off x="6096000" y="4393104"/>
            <a:ext cx="600999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records for which this zone is authority; in our example, </a:t>
            </a:r>
            <a:r>
              <a:rPr lang="en-US" altLang="it-IT" sz="1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google.com</a:t>
            </a:r>
            <a:r>
              <a:rPr lang="en-US" altLang="it-IT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.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(remember the trailing dot!) resolves to the IPv4 address </a:t>
            </a:r>
            <a:r>
              <a:rPr lang="en-US" altLang="it-IT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8.8.4.4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E3FB3D-AB3C-963F-FF3E-0E59136CF477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5496339" y="4854769"/>
            <a:ext cx="599661" cy="6077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92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57A7-9BCD-0A2D-44A7-1F9F2DD0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00E5-F617-DBCB-164E-3AF3BF640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DNS </a:t>
            </a:r>
            <a:r>
              <a:rPr lang="en-US" noProof="0" dirty="0"/>
              <a:t>configuration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1E5A84EA-6858-6316-E118-42FD4430B07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64503"/>
            <a:ext cx="5181510" cy="979488"/>
            <a:chOff x="126" y="2432"/>
            <a:chExt cx="6855" cy="617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2C101AD5-5B15-77C9-E42C-9F8DEB72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435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1350"/>
                </a:lnSpc>
                <a:buNone/>
              </a:pP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ts val="1350"/>
                </a:lnSpc>
                <a:buNone/>
              </a:pPr>
              <a:r>
                <a:rPr lang="en-US" sz="1600" b="1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nameserver 6.7.8.9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7B373684-02BE-C2CA-8239-73B1885F4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resolv.conf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client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1D4D16F-26D0-4067-F65B-83240168E8F9}"/>
              </a:ext>
            </a:extLst>
          </p:cNvPr>
          <p:cNvSpPr txBox="1"/>
          <p:nvPr/>
        </p:nvSpPr>
        <p:spPr>
          <a:xfrm>
            <a:off x="6096000" y="1564503"/>
            <a:ext cx="60099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the nameserver to contact to resolve domain names; in this case we specify our DNS anycast address 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EA5C4C-C669-C356-D015-77ECF9A83388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882348" y="1887669"/>
            <a:ext cx="3213652" cy="30887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55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6C61-3308-9C8E-9BE0-A9A0548D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16C1-CC9B-E01A-6DDF-49A9E1AD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EF257-3564-75F4-04D3-929EE187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using BGP, we can detect routing-level failures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link failures, router failures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using anycast, the user will be still redirected to the nearest DNS replica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happens if the DNS stops working?</a:t>
            </a:r>
          </a:p>
        </p:txBody>
      </p:sp>
    </p:spTree>
    <p:extLst>
      <p:ext uri="{BB962C8B-B14F-4D97-AF65-F5344CB8AC3E}">
        <p14:creationId xmlns:p14="http://schemas.microsoft.com/office/powerpoint/2010/main" val="282251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2942-2DB6-AEAF-CE14-646855D0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94FD4C5D-36AF-EF0D-1BB5-253812C56883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A8D675E5-E37C-CB7B-B5AF-D20D94935B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54498599-5C70-09B4-19E2-648CB6DFEF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6F83AF56-9F84-33CF-4D58-352E6E852FEE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9A484B60-7756-D4DB-2288-3AD858A8E800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30B8089A-8950-A64E-691D-254CC4C69E77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E3D2BA2A-63B4-DBDD-32F3-4E80863193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21628237-9C1A-D338-9CE2-3826EE1309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0FA55524-11E2-F75D-E508-26DFA76053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7120BE33-511C-93E3-3B12-18F03C36C4F9}"/>
              </a:ext>
            </a:extLst>
          </p:cNvPr>
          <p:cNvSpPr txBox="1"/>
          <p:nvPr/>
        </p:nvSpPr>
        <p:spPr>
          <a:xfrm>
            <a:off x="9031264" y="5733711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4618313-9F3A-10ED-1EF3-CF089CC0016F}"/>
              </a:ext>
            </a:extLst>
          </p:cNvPr>
          <p:cNvSpPr txBox="1"/>
          <p:nvPr/>
        </p:nvSpPr>
        <p:spPr>
          <a:xfrm>
            <a:off x="7590299" y="392313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6A60D333-6A04-E027-AB88-26C54EADB7DB}"/>
              </a:ext>
            </a:extLst>
          </p:cNvPr>
          <p:cNvSpPr txBox="1"/>
          <p:nvPr/>
        </p:nvSpPr>
        <p:spPr>
          <a:xfrm>
            <a:off x="6010404" y="217731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D0827E60-2968-D150-05A6-A63A0EFE5EA4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C0DC1708-460B-B756-E6AF-8281DB0839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8E0300D3-0B36-914E-D791-958BC2E0023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9F3B5A44-EC29-E91C-38B8-23CCE87B73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7886B43D-A476-E2E1-8511-58799C1D10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044BAA38-2B02-7EE7-3561-C57FAD99A61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922A763C-0D39-61B9-0893-2BACA3357B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1CD5DCF0-0398-64AB-995E-78E0C464EF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B88C9B59-0D7B-388F-A1C8-DF8658C9D3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58A4C2FC-4708-36FA-DEC0-C78FC30DCF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948B1C79-9737-F9BA-8E97-2A56CF59C1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E6C3197A-C9E7-C871-DADA-4FEF82F6F2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C91DED6B-37AA-9B45-D401-5B41F9D6AD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8AABC3C1-A5C7-552B-A23B-16DC50EC2F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5A16D127-1F44-A411-32E9-0837230C5ED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61638F44-46D6-A311-611E-FD6A886309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397ABF80-974B-6FA9-8219-E5655726BA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E33EBC0F-B28F-3B7B-0468-6911D4C47C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6320E03B-5436-8279-2B77-54635836CD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FF899350-47FF-4C9F-9028-3FC1E8BD2A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823B87D0-DEF8-0B0D-D817-6F6A639D31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F40F9FC1-012D-E840-06E8-B771442F77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F71FDBF6-B882-85DE-3FC3-FEFF0D89D1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388D102A-B29D-2A6A-4315-1EA115541A7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D131BD10-DDC6-2AEC-1CC0-B1A7152580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F890E25F-CD5D-8F36-217C-DC38680A8A75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7C9043A4-6372-0ADD-3F51-F14239D1E6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8BDBDDC7-41A2-FB8A-BA29-7410AAD780E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DF400EFA-2F05-6F39-F5B4-09B4AB0D529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8E4B403B-0533-1755-82CD-BC93B20B7BF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B19A0246-8CCB-A178-32CF-3EA6DD7D015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E9AE063E-D866-A21A-838E-CD6072087A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A50EEF82-D12E-8D1B-4C86-480FAF7D07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F0006D52-4897-8EA6-F490-30542D5109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428C4A28-71E8-F224-6ADF-BC5696DEB5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5637193C-8344-CD6B-9FB6-E3364BC345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1D2A485E-DF53-0F2A-FF3E-9A4C31A4E6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ACA0B76B-1234-F630-0F7C-8A28EED5A1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10C4169A-7B57-B10C-FE71-83DFC5DEC3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654F1790-BFB8-E523-1CCF-FF9D4BD3D86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00BAE292-A4F0-3DDD-5CDD-61668123DC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0D6B6323-772F-6273-79E8-E54EB173CB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4BEDFD8C-ED52-B9D0-97A6-0D0BA375A6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6E54D412-C511-91C7-C687-517F4B7980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C387533B-8D09-E673-1679-2E390ACD28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C34D694E-37D9-EFB4-74D6-476338E86E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B497DB22-5126-9302-4AF1-DBC3831C17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D5713B95-9933-18A4-111B-882EB49AB7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786A4273-BEA0-71B5-0167-8738EEDCB06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B3E47E11-31BB-77FE-5F93-77537E21005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1F1937-8F4A-1D85-458C-509C74CA1DB6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5E5BC77F-926E-244C-E0EF-7620470841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DD59C001-CC0D-148C-7C37-CA2AD741259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82EF6645-4783-5FD7-9F38-88DF7118BA6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F8DCE93C-B6D6-EA59-4BDA-86E107950E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BCDEC511-CBD3-D39B-0FB9-E01DBF5243D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72629D5C-CCBC-7E5A-0F88-691B6170FE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2FE41A7B-90DB-0E36-8044-73EDE4A186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FD2D6F05-4D57-42F9-D3AA-235382B886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9371173E-D3EC-EF7B-7687-80085C0986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B5ADE0AA-06BA-FE21-BF53-83721C98D9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ED8588CF-F08E-11DB-4CBA-CD74C8786E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7DF0E8A8-3D8D-971C-BCC8-2BD4BE1170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6D4B08E4-68AC-9980-5BFD-7387DACCCE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89C37CCB-0859-1358-CE20-AF4F9507120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CAFE1BAA-F1DD-3F6E-D728-F2B5EA217B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1A7E5BD2-D08E-2CF8-FE12-DE7409090E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82A47489-06F4-82AE-8CC7-5B03133817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6CC6A7D5-7F0B-72E6-3872-DE3D48D845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4E9D292E-B2CE-4EFA-FCDB-373AE757CF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471AB5E4-7DA1-504E-5A02-47F1DF5B88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95AC99F2-B768-581E-E1CF-C7FCBFB5A9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CC143AA4-5596-C982-D627-59FBF4E09A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356B41B3-9330-0AC4-A882-4039B3F8C3A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047AF9E3-46A3-1173-005E-36E9A4B703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968FC653-2008-0D7D-94E6-5B230E437F62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84E4E063-746E-C651-D325-100608753B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3168181C-F17F-F839-0CF2-3A91B80713E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C0ED113B-6EB1-E979-2099-7AB68EC5B5F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BA4DC42B-16ED-6079-5682-25DB196706E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03EF03B5-BD2C-125F-7509-E9A8C65554D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455B2560-D5DF-01AF-7BBF-BC2A0B764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010C93F6-8A60-06AB-58BD-908BD4E625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5A4B0297-5E34-03AD-7DB6-BB0DA1755D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BF6EF372-1665-62C4-E5DC-639D79371A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DF542CF9-F179-4213-9989-F98B56DA4F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8831F36D-8E96-CA8D-0A18-161E204EE1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D0BC0E18-F836-3ACE-01D1-F767C71D79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CEF834A9-85B6-5D4A-42C8-3983A38C1E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96695E8E-C70D-F15C-FEC0-F3DD0BC072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69DBC9D0-AE0A-AA0C-7260-F6CE48F55A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02FF6203-F48E-E6EF-84BE-FD3C5E9829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2DA819B0-1BC4-46FD-0025-9C13B06D86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E73F2068-B6F4-765E-D6FF-9CFBB6A4BC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5BCDE86B-1772-F9B7-88A6-42733C80BB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30D2F5AA-496A-DAE6-95C8-E188EB4363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77C24002-90CA-63ED-4EDE-7F13E3921D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53111683-E591-1861-BE33-8C51BDDC2B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77A2F929-79AB-4DCC-16BA-814BA15FEC6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262394E7-63C5-CF23-A6A0-7E3FD6CF42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CCFD3E64-FA89-08EE-2006-B2F8B4FB6D2C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2259033C-5171-92BC-2C3F-C87922DB56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BA7E86E9-17ED-7DBA-CA15-867413A4C4E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E2641FD3-D4BA-F926-D933-3BEE59DE00C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94D38727-5927-2279-4CED-5AE759F6E9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D06F3121-1E5C-8DB5-9CB7-A27EFE879CA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79878768-10DA-86BD-C414-0583EDD0EF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3A2303DB-A14C-23CD-8882-993286BABC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874A7775-B029-2498-424D-768BA655E5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AD8FFCFA-04DB-A69E-7F79-7D7FACFD44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19B12C63-5716-033C-E7C7-7F161177DC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22340862-5F17-DDDF-E9C0-A70153CFA8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8955BEBA-53F1-9FE0-FAB4-88599C24A6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E5F9E14B-2322-AB1A-840B-72A85073C0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4B45E132-1D6A-7BF0-E624-B256164760C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1DB137F5-9C3D-8496-EDE1-11BE6FC425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52FD41CF-0114-52E6-E81E-FCAFFCDD26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CF99A3ED-F8FF-9586-1714-FA945675AB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C438B1E7-21F8-ABF4-E3D3-F5F5F403EE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D3487E4A-92EF-81F8-4BE6-2678729F51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2F7C0430-50CF-00AE-DA11-5DCDD88E18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541CABFC-4195-4A50-CB67-BB40A1DE25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F92C2030-1294-7CA1-AB48-7B844555A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713A14A7-E160-C180-2618-BCD22985ABA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C556145D-C0B5-AD94-F002-23D242CEEA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3BB6B031-66F6-7C84-56FB-279947695EAA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9A72A49-1E4B-22DA-70BB-F4CA9E48E52E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B7EC7493-072D-6D80-1B24-DD4B549EFA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02F24695-ABC9-5B8A-99C0-29C2C453FFA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C266630F-F732-C03E-C78D-923D36F98BF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AE912B99-F8B9-D5E9-9518-64EB2407529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752DC3C2-5F50-0632-92A7-CE64E585A63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53B49CD9-AE48-E8A6-568E-6FFFB43B56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9C763076-10F8-9E50-6016-882C66E54F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AC6E4748-2352-3E63-2772-72ACC5FD98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594E8018-AEED-6529-3B9C-2EA538DA57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90A7C94E-613A-33D2-BE6E-0F1991D98A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22965967-E031-505A-96B3-952A565143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D1988B0B-2580-4006-7F14-E89B1D6830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D19514AF-33E9-0C3A-4E50-3573455A47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F1349929-5B98-EBE9-61CC-4D794D2E6DC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7EA20ECF-C0F6-85D2-C0D5-986A2161F7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B9C74C8B-A0BB-9426-737F-D98A826082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906F26BB-F395-894E-8062-62BB5721E2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8934848A-4999-8AC1-6D02-5D9979E177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18445F4D-B1E0-8329-1067-EB5D19A330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E95701CF-2CD1-E74C-4AA7-E4E631201B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4B408A65-226D-0089-482A-F64C82AE69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2FD097AC-C249-C427-A7F7-E80F92DF1F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5E883D29-DC2D-8FF4-A95D-3C152B5149D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36DD882F-DFF8-16AC-B48C-2CC418E5F9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2B0EC022-F0DB-897E-1179-4145D48DC7EB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E1E79-5D3E-BBA0-E758-86AA57C1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DEDAC837-6084-FBE6-34A6-C6FEC9926D2F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E2151D-C846-84D3-A836-5A10EA59CCC6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C220CAD5-CEE2-51AA-10FE-49A604B46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2B86E82D-A7BE-2ADA-1FB3-C39BBBB1DCD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881A672E-E65A-1D71-F76C-EE2E1FBB330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7FA07E-F806-6CB5-9EFF-46E383FEDD6F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66F5ADBD-2559-A075-1A0B-AD4843F74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2C081853-6392-E6D3-EB9D-578271F1EEC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8332B675-CC55-881D-B324-EC2A7BE2FF4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D82DE1-3F76-15C8-B989-34CDF5C6B701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D4181CD4-731C-DD01-0FAF-E4E89BAEF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0C153953-83A7-2248-FF49-BCFECAD11A5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28D605B3-2954-BE70-2664-93033D735D8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68" name="TextBox 667">
            <a:extLst>
              <a:ext uri="{FF2B5EF4-FFF2-40B4-BE49-F238E27FC236}">
                <a16:creationId xmlns:a16="http://schemas.microsoft.com/office/drawing/2014/main" id="{CA409364-87D5-C35B-23C7-A65A6FEB2F80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F6AF6281-77FE-E643-3702-C65FD9B933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03C846-360C-75C2-7DFA-FEE1FBE1AD5E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29B65A1A-410F-0DCB-7A0B-1E28C6BB7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D8BC6E2B-2FD6-ECA6-AC01-5D6B9EF87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7C8799F-02FA-596F-5B1A-346606652CC4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D82A7-859D-CE9C-91D0-6FDBCA64CAB8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1EF444-403C-690F-862B-795986BC9ADA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A3315A52-E36D-15DD-2547-157155E0ED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AE4DB911-2257-09D2-2C66-9E49A2D5CBF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3592160B-133D-D6B3-F425-C8338952895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80BC84F6-900C-7B89-71FD-DC0A2388A24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96AACC5B-D5F5-B5F0-9E99-7A605EEB9C8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1B6151A4-44DC-2CB6-D334-63057C0DA6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F1D56EC2-CDB6-EBC3-F3CD-9E96107B72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ECC72FD5-7C10-9712-9B42-C7D80B1D13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769327A3-BBC9-D60B-1EAA-BC5E98CB00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328D571D-DD6C-A0FB-6D78-D01250095A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181CE98A-313C-13C7-022E-0EAC725058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F1D4C92B-A8C4-3ECB-7E58-6259AE7BD3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ADDF5BBA-A465-E355-5AE2-9FE67C6FE2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818537BC-D6D6-0D3E-06FF-9979F7B2A91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3BC0B7E7-5255-09A8-2D3C-90B4B20102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385428D3-E3EA-9DC3-ACEE-07B8DC913C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0462A6AD-58EB-DE4F-C942-DB15075A3D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A9E3E3AA-874C-3206-BBCD-E4C5C58FEC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EC9D77D2-767E-C729-FFF7-C9B2C20390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8942F8FB-ED3C-7212-700F-AC485C3594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9B95A38E-38E6-D070-7D89-2B283EB771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B0163EF4-FD4E-E860-C778-801F3C1617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C89F37EA-F549-4B52-BFA0-F85E715F10E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F45E3A36-FEEC-E5C1-61B7-668A7AD99A7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8025100F-7329-0862-0DC7-7E2959694B5A}"/>
              </a:ext>
            </a:extLst>
          </p:cNvPr>
          <p:cNvSpPr/>
          <p:nvPr/>
        </p:nvSpPr>
        <p:spPr>
          <a:xfrm>
            <a:off x="1253613" y="1793329"/>
            <a:ext cx="4999703" cy="2104987"/>
          </a:xfrm>
          <a:custGeom>
            <a:avLst/>
            <a:gdLst>
              <a:gd name="connsiteX0" fmla="*/ 0 w 4999703"/>
              <a:gd name="connsiteY0" fmla="*/ 1923265 h 2104987"/>
              <a:gd name="connsiteX1" fmla="*/ 1504335 w 4999703"/>
              <a:gd name="connsiteY1" fmla="*/ 1938013 h 2104987"/>
              <a:gd name="connsiteX2" fmla="*/ 3495368 w 4999703"/>
              <a:gd name="connsiteY2" fmla="*/ 153458 h 2104987"/>
              <a:gd name="connsiteX3" fmla="*/ 4999703 w 4999703"/>
              <a:gd name="connsiteY3" fmla="*/ 153458 h 210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9703" h="2104987">
                <a:moveTo>
                  <a:pt x="0" y="1923265"/>
                </a:moveTo>
                <a:cubicBezTo>
                  <a:pt x="460887" y="2078123"/>
                  <a:pt x="921774" y="2232981"/>
                  <a:pt x="1504335" y="1938013"/>
                </a:cubicBezTo>
                <a:cubicBezTo>
                  <a:pt x="2086896" y="1643045"/>
                  <a:pt x="2912807" y="450884"/>
                  <a:pt x="3495368" y="153458"/>
                </a:cubicBezTo>
                <a:cubicBezTo>
                  <a:pt x="4077929" y="-143968"/>
                  <a:pt x="4699819" y="67426"/>
                  <a:pt x="4999703" y="153458"/>
                </a:cubicBezTo>
              </a:path>
            </a:pathLst>
          </a:custGeom>
          <a:noFill/>
          <a:ln w="349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39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2B89-847E-11DB-304D-60435C25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D1317D12-3D82-AF44-B2FD-721B69270A1C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BF193A1A-A976-1DD7-D7C9-C95AE7BF4E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D6B149A6-BC7C-846C-7311-6D0B6D6C3F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D9AAF547-9F9E-93B4-6E4B-0685EF652C01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61795ACE-F8F5-EF59-0071-49F8C2E7C3BA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9123F933-9B8F-DD4C-65B5-CF6B72BD1ABA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80816083-D3AB-4CFF-E8BB-7B779195E3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134F0F1D-971E-F2C8-AF1E-1A9EAE1712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7219DC44-4294-6EDA-7C5E-86EACEB43E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474DFD09-47BD-2B44-F39D-6A92B9CE1F73}"/>
              </a:ext>
            </a:extLst>
          </p:cNvPr>
          <p:cNvSpPr txBox="1"/>
          <p:nvPr/>
        </p:nvSpPr>
        <p:spPr>
          <a:xfrm>
            <a:off x="9031264" y="5733711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F8A759D-B52C-A779-C331-A5E2DC74792A}"/>
              </a:ext>
            </a:extLst>
          </p:cNvPr>
          <p:cNvSpPr txBox="1"/>
          <p:nvPr/>
        </p:nvSpPr>
        <p:spPr>
          <a:xfrm>
            <a:off x="7590299" y="392313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60BE3B86-E09B-C910-4976-EE237AEA0785}"/>
              </a:ext>
            </a:extLst>
          </p:cNvPr>
          <p:cNvSpPr txBox="1"/>
          <p:nvPr/>
        </p:nvSpPr>
        <p:spPr>
          <a:xfrm>
            <a:off x="6010404" y="2177316"/>
            <a:ext cx="98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6.7.8.9/24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36E205CF-1576-997E-1085-557CD877ED1D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025634A8-ACAB-E571-3C12-65E7E0B3D9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1E5FF131-1745-71FE-E9A0-F9FA3FA971F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568E544A-6E1E-C127-0C05-02A012626D3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49DF2E8E-B34A-B292-AC9F-6459FA50DF1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0BE836FB-03AA-A366-9A97-B1938BEC6CE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33D4F288-99EB-FD85-6AF3-A904197F7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CC9D2497-5F6A-A3EF-A473-4F7D4D924D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F59039F3-6759-DD6E-2021-D0D4980500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707555C8-6771-3F14-2635-29B39F3C58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93646A30-55BD-EAF9-78F8-5B808389C8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589A454F-1284-B53B-67B2-D3AF7C6DE9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AD2F8176-4F35-15DC-1C51-3AFEAB0DE6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C10E8238-8BDF-8CD4-2C24-9391F43D39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3B0EFE1B-B4E0-CCCD-CCA9-ECB0C53EB0C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FB8D22E6-0FFB-5A12-86B1-308C1456AC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8A353A37-FBE7-012C-970A-15B724063C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10E21490-AB5F-25C2-E030-8D0BDD9C18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5613DF88-CD08-912D-8B53-9D71A5B5E1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895E467B-7682-A6C4-C758-6876A0DE3D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EA2A582A-2812-056C-23A8-F3E58F3001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030E66F5-3593-6282-FAD8-A0032811ED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BDE05AC3-B071-E28C-F841-45E735929D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58A010AD-9571-205D-C1E7-4A9908B67BA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0487F734-62D3-AEA2-D12D-F65FA49C62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C802AB1E-E240-85F4-ED87-996B0FDB439D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14FC20A6-C968-86D9-880C-E6481A5676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7C818480-B1BB-EF33-2560-19839C3492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7CC6AD14-5913-32F4-9AC4-5EA64DEC375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3B69A51A-F1B1-89DC-9A70-48BB662E726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B8E78567-05BA-33BF-3BED-16646AFBBEC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6CDC8107-27C3-6CFB-EE13-7834222F0A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1660146B-F787-0708-48F8-E86F929E72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3625E25E-BA9D-BCBB-1AA8-E0695BE456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1598CD1D-FB8D-D851-3435-7AE6368C56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45179BD0-A67A-E9DD-B95F-F687264638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E4DF6F31-A2B1-50D7-9613-DBF547932E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79590DBD-3EE7-BE7A-B14E-12FBD549E52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D8EC141E-2848-48AE-A74C-A5464EF1BB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86085ABB-6ACB-4020-4EA1-20F66310CAE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4573B11E-6FCB-565C-639C-F35ACB2E58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88067584-27D3-DD8F-3997-1B3FA8B31D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CDA0B67B-37D8-1B3A-CC8A-DCD2AF4E14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7448BBE9-E88A-95B4-6717-FAFC5EF70A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E69CFF18-35A6-8EB7-7409-DD61A707E7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9E9C8D64-1FA8-C335-5B95-C5EF82F9F0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E82F9A85-B601-7D2F-2EF0-6DC6613477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34D59917-26D5-7203-9DBE-BBACF0C1C5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6B31A309-5A2D-AE13-5893-A3E56143A18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AD96412B-6C34-E858-37BC-BDDA16CD0A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85774E9A-9936-7252-A326-3619439D3EFE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7AE4142A-1349-B185-AE1A-BFD086B5F8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8564B458-6BE7-B197-7142-021FFE1E546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2D0D42BB-140E-97D5-C12C-542237D9AB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37E9E234-69CD-2471-0D34-75A38F6E92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95C188B9-F968-7C81-F04A-E36755FBAB9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E30AADDB-6C2D-1322-7DC0-1C6D977651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8306BB09-F969-2F6D-3D56-270F273C58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8A717ACF-CE60-6BC1-087A-9AB911D4CC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A35EB544-F85F-FF1F-9B1A-045F392EB5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ED6F5078-73D6-3979-3991-8A36DC9785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512DC248-A4F9-743A-7D34-F957EDFACC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1497A313-B49A-D1BB-A108-2F51263392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5FD8B48C-8B1E-16F3-00CB-463BD8CD0C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3FDC669B-2CFB-9F99-33F8-C460E12E843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A9E9470C-F7D3-7494-FC4C-F76FDE02CC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79923FD2-2449-F914-6BD2-FC86593C59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AC54C5D5-F506-E27E-F26B-68554D3ACD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41041255-5F2E-D1E5-D4DE-C80C577EE1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4DD41D54-6B1D-C275-DDC3-2911883437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D51CEA4C-F30E-B1A9-62A6-45BA4AA470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75C531A5-D827-2AF5-7ED3-A2DC5C9556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D8C0BCA6-EF7D-5A73-281F-16810889DA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8C788400-9490-39FE-7B37-5771DC8B668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40752F24-672C-1B97-C069-8F5DB33E06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9E2A8AAB-3F0F-AA89-A497-7623D5213B92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7AF2BC26-6F0B-61E5-F2D9-E7F5651D8C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8FD2F1A1-41BD-1B7E-50FB-CE0CBD7649B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477BA4CA-CB9E-1824-FA78-3F83E5EDDA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8B559919-A0A9-6A82-F6C2-BA2B0E8FBC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22A3949C-D173-7BEB-7C89-636406944FF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C1CF4319-4022-18D6-164D-118A6EB3E8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F14E1FA1-AAA5-4858-12DD-431349BBAC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EF8149BC-91BD-CA3D-AB83-60E8854054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445D0213-88D7-DE5D-EEC0-698FA5CEDC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45DFED07-510A-356F-5E03-A30C75744E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CEF25238-60C0-B965-0B99-A364A1C218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A994A321-5A7B-E9AD-3A27-00BD217F4E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60C71211-3B0D-0E3B-A5FD-11DA92232A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EF79B7B1-3526-EC2C-1E59-C4067ED2324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8FD0A2E9-65DF-0ED6-2A77-57F9B6B3C3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0C1D7406-7187-E806-3008-61B72D85B4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F78AF5FC-8879-D113-D54A-D11417A569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A7E21EBF-EB9E-99CF-5E4A-864AD08714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05924887-91F9-67F4-89FB-36FF6BA13D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4F7C53F3-3D11-123D-DB37-45DBC6888E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EAE69C34-F76A-4940-CA19-8326F79F59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C4FAFB90-5DF1-7D7B-129C-CCD04766FD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BDDEC509-EACC-C232-3863-1DAE69676B3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BDE75E38-5EF4-03BA-B015-DCEDFDD86F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12881FFB-47E9-0CE9-4CCC-663AAB0E35CD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33973EC7-E534-983B-1F48-21475E2F5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A950F138-4EB3-8BEA-9D73-E3A36970401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DB83419D-429F-AD7F-DF31-D94E5810BC5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9F2D66F4-1EC2-ACA1-403D-495B02ABF4B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5A728F15-84E9-123B-C8A9-F80232AA075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2046BAF6-B639-1EBD-2892-B5CBA18654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36B1732B-A4EE-28FE-0AE5-C40ED3CAB1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A9DA4977-72D1-384A-7EDA-A4CC4551A8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47E8A42D-C64B-A0B4-174E-74E614AD29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0E023C22-FAA7-590B-5B2B-55F2A00E12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B0716880-372C-1CE8-FEEB-9441C2CC77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3F0D900C-8A4F-CA20-1A34-21E52045F2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AF717012-CC66-F59E-C21E-67673236EC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7FDD5428-8A5C-EFC5-3399-F6A66811B4A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09502213-2296-C351-CF1C-A921B998FA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CCA202F1-8E1E-73A7-5A85-23A564138A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35E0ED56-9942-F74D-F762-B10D2A0BF5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77CFF3B5-62FF-1BA4-D2FC-F0939B052E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6B0F8CCC-0042-CFE2-56CF-DB9554BE60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CD886AE7-C4B9-B304-27DE-64CA226EA9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C22F5BA1-C2A1-FF6B-D9EF-88FE4632A0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DBA0C8DB-35A0-E020-BFAA-D48C84053C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C4E72E17-871D-4AED-B301-FE09F5CE443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DB7A0D62-3344-C942-8E34-81E5CE533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6BAFB71D-9C0F-3068-2901-C9BB0919E985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1C312714-28A1-7AE9-3F2A-F0527B6D8976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A525892B-9BCC-8F4C-00F6-7A11C6F7EE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9E5B654B-C87D-F8F2-FF58-972B988C99C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E66499BD-0D59-964C-A835-10A2F99537F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8C6B5A4B-52C3-9555-EF24-792AE0E3D0C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953CF217-27B7-68B7-7298-976DA420F41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A8112A20-CFEA-1E23-86D9-6D92D8FD6F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82CE93A8-6198-1631-F639-25C2D001D3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1E9C67D5-EDE8-A21B-4056-FE17D70435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BF11090C-BCE7-5EFD-9BA4-14126323F9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910DD869-E2BE-E239-361F-6E8EFD17F5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E27CE135-E5F6-44F8-E829-DCE57D8ADF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3A1D8DAE-80A8-B078-D6F6-071DDFAD86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8BD392C7-F8D1-8EA3-E002-90403A3543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9914A901-3170-63A0-C32D-AE2D8609AEE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919D251C-4425-DCCA-51B9-3444206181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B6763BAF-59D6-4553-7058-73FF0E2197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24DFDB99-FE6C-544C-145E-27A5A2CD73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0C1D1E66-82C6-55E4-D5AF-6926496EA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2A92F54A-06F6-C595-3799-E3B99823FB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F02B768E-A032-38AF-CDDD-83C0E91642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FD4F733F-BCBB-CCC8-D52B-2B5DB100FB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2197D807-E408-AB43-91FB-D073B96153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3A3213FF-1D11-5CB5-BBF0-945DB16D5D3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99D162AB-7289-4205-A27B-B39E7949CE2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7C601EDE-2CD2-B251-24B1-9AA084822BDA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5E698-1C82-9892-ECC1-6BDD04D8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76443543-1CC7-40C6-AEBF-3BC6C8425BC5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C47690-DB99-2EF6-543A-245F9DD0BF19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13567FEF-CBAE-07DF-2035-9100AA89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B5E78B8A-0337-6C63-E826-BF52F83EB23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CB09B0CC-52E7-038D-0504-9181EEF47C0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3B514B-302F-0991-33A8-BF995D26AFCC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BBEB672F-A9B3-73F7-8298-0FC509F37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501B1A22-6C6D-9E8D-75B8-AE806EAB77E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1F720A4B-63BB-0251-2782-29F851D9A7B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D44B3F-5DFB-B18F-1DAB-EB957D58703E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A095496E-F6A6-ABCF-6291-31AECA045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1F1BC488-8093-4BDB-A19F-D933F0F07E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AE95EF88-0880-3F5F-16C2-20AC6274AC8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68" name="TextBox 667">
            <a:extLst>
              <a:ext uri="{FF2B5EF4-FFF2-40B4-BE49-F238E27FC236}">
                <a16:creationId xmlns:a16="http://schemas.microsoft.com/office/drawing/2014/main" id="{9353BFA3-5EDD-C489-A262-9825479D576E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224F2B71-6B18-FF4D-187C-94D6A08E4A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3CD5D5-1706-96DC-8990-EB5B5396930E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B3DC2456-532C-0700-B974-03DA8C4AD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0DCDD08A-CE09-A24E-AB48-3689D3BBE6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D96E01D-0A1F-2C87-C39F-01073763E597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472114-615A-95BB-886F-1847760FD8B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D3762E-A6E2-8D91-D001-E900FD45ECB2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D0795BB9-225C-911F-38F9-CA5749ABE3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4141C7F4-43BE-C15D-7D60-499A74ADAD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1D7BB2A9-3FDC-8722-1E2B-7065F3DDCFC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BE918336-FDC8-94B6-EE33-B405D6A684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B39C8DA1-27B5-8A9F-637C-B994113C05A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B1AC9E76-565D-9F53-92F3-335C6F5772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52BF1828-4ED1-5C79-0962-11B135014B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EC34C7BC-3E69-0230-583F-6B6381AB6A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6406A801-0B1F-45A2-40B8-E861E67151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4206F792-4892-340F-B21B-39D55445B3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84A7CA90-FEA0-3109-D703-07795AD406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F16EFD3A-7309-6390-B057-B73BF6C345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5FFCF5E1-6E7D-93BC-A17D-9EEABD7906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BAF57FD1-F3B7-CB6D-F4A4-FEFD1855624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BAAEDE72-4088-99B7-D626-9F4175904F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792013CB-56BA-247F-2650-BDAC5098F6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FB697DCD-7030-6177-4930-E5BDC4AFB0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BDC2B50C-8144-3F8A-E04D-781D6268AA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EC80524E-AB11-7463-DE32-6493B21B1F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FC0F91E1-847E-F2EA-DB7D-2A709C3463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99783F04-7643-2DE0-FC12-6FDDBDF244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0C397377-E3B4-A4E6-24A9-E1711183F4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FC6C11EB-FCC2-6F47-C249-20D9BBDA69F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1FEB98DB-AC27-0807-246B-134905B2EB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BAE9A694-310F-E5EB-9A12-6501873B125D}"/>
              </a:ext>
            </a:extLst>
          </p:cNvPr>
          <p:cNvSpPr/>
          <p:nvPr/>
        </p:nvSpPr>
        <p:spPr>
          <a:xfrm>
            <a:off x="1253613" y="1793329"/>
            <a:ext cx="4999703" cy="2104987"/>
          </a:xfrm>
          <a:custGeom>
            <a:avLst/>
            <a:gdLst>
              <a:gd name="connsiteX0" fmla="*/ 0 w 4999703"/>
              <a:gd name="connsiteY0" fmla="*/ 1923265 h 2104987"/>
              <a:gd name="connsiteX1" fmla="*/ 1504335 w 4999703"/>
              <a:gd name="connsiteY1" fmla="*/ 1938013 h 2104987"/>
              <a:gd name="connsiteX2" fmla="*/ 3495368 w 4999703"/>
              <a:gd name="connsiteY2" fmla="*/ 153458 h 2104987"/>
              <a:gd name="connsiteX3" fmla="*/ 4999703 w 4999703"/>
              <a:gd name="connsiteY3" fmla="*/ 153458 h 210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9703" h="2104987">
                <a:moveTo>
                  <a:pt x="0" y="1923265"/>
                </a:moveTo>
                <a:cubicBezTo>
                  <a:pt x="460887" y="2078123"/>
                  <a:pt x="921774" y="2232981"/>
                  <a:pt x="1504335" y="1938013"/>
                </a:cubicBezTo>
                <a:cubicBezTo>
                  <a:pt x="2086896" y="1643045"/>
                  <a:pt x="2912807" y="450884"/>
                  <a:pt x="3495368" y="153458"/>
                </a:cubicBezTo>
                <a:cubicBezTo>
                  <a:pt x="4077929" y="-143968"/>
                  <a:pt x="4699819" y="67426"/>
                  <a:pt x="4999703" y="153458"/>
                </a:cubicBezTo>
              </a:path>
            </a:pathLst>
          </a:custGeom>
          <a:noFill/>
          <a:ln w="349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Close with solid fill">
            <a:extLst>
              <a:ext uri="{FF2B5EF4-FFF2-40B4-BE49-F238E27FC236}">
                <a16:creationId xmlns:a16="http://schemas.microsoft.com/office/drawing/2014/main" id="{04365696-2CEA-B923-5117-5064CF4BB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279" y="1472094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FBC66F-D467-8D0C-7130-415C16CC73FF}"/>
              </a:ext>
            </a:extLst>
          </p:cNvPr>
          <p:cNvSpPr txBox="1"/>
          <p:nvPr/>
        </p:nvSpPr>
        <p:spPr>
          <a:xfrm>
            <a:off x="190155" y="5048548"/>
            <a:ext cx="325302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client is not redirected,</a:t>
            </a:r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it does not </a:t>
            </a:r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a response back!</a:t>
            </a:r>
            <a:endParaRPr lang="en-US" altLang="it-IT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FDCAB5-77FB-7AAF-A91F-DA2E3572E447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915422" y="4452416"/>
            <a:ext cx="901244" cy="59613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CEC83D-B109-5004-45C9-FBCCA7966ADA}"/>
              </a:ext>
            </a:extLst>
          </p:cNvPr>
          <p:cNvSpPr txBox="1"/>
          <p:nvPr/>
        </p:nvSpPr>
        <p:spPr>
          <a:xfrm>
            <a:off x="856789" y="1175890"/>
            <a:ext cx="3253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changes in the routing!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4E6955-09CE-BF35-66E4-6C3661045137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791174" y="1545222"/>
            <a:ext cx="692126" cy="35644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272A-C441-6D14-E3FC-8B41A165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314A-F408-274E-B5F3-CEDCF9E6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93D65-A367-0F50-D207-BA64CB4D6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BGP does not track the state of applications running, and whether they are healthy or not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the DNS server itself to track the BIND status!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DNS runs BGP with an iBGP peering with the nearest router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announces the anycast IP prefix to its neighbor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IP address is assigned to the loopback interface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runs a health-check script to verify that the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named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daemon is healthy and running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not, the announcement is withdrawn</a:t>
            </a:r>
          </a:p>
        </p:txBody>
      </p:sp>
    </p:spTree>
    <p:extLst>
      <p:ext uri="{BB962C8B-B14F-4D97-AF65-F5344CB8AC3E}">
        <p14:creationId xmlns:p14="http://schemas.microsoft.com/office/powerpoint/2010/main" val="697696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4F0C-999D-2187-9160-D9746DAA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5C85B1DA-A75D-AF42-D629-31A4B5C133B2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C483F68E-C4E6-2BF2-D107-704AEA9E5F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F391BED8-442A-DD3A-6371-E42D892795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F6980C1D-8D31-3203-207D-76590C907D70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7378E050-AA86-F091-2F79-64465E6E7780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7C051C54-B167-A3DF-B300-595E1ED6BA8D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EE5813EE-8281-F11D-C718-DD36B99BC8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0BF14A1A-0776-5AFC-80E8-F3114A8E24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EB1132F9-82A5-730A-7B62-12EA09FB05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C3FFC0D9-0A20-8773-F042-AD6FBD2E6A2F}"/>
              </a:ext>
            </a:extLst>
          </p:cNvPr>
          <p:cNvSpPr txBox="1"/>
          <p:nvPr/>
        </p:nvSpPr>
        <p:spPr>
          <a:xfrm>
            <a:off x="9214904" y="5733711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821A9681-2B1A-3C3F-78F5-67A9A2414718}"/>
              </a:ext>
            </a:extLst>
          </p:cNvPr>
          <p:cNvSpPr txBox="1"/>
          <p:nvPr/>
        </p:nvSpPr>
        <p:spPr>
          <a:xfrm>
            <a:off x="7773939" y="392313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9AEBED23-B934-8D5D-8851-A9F7A47D87C4}"/>
              </a:ext>
            </a:extLst>
          </p:cNvPr>
          <p:cNvSpPr txBox="1"/>
          <p:nvPr/>
        </p:nvSpPr>
        <p:spPr>
          <a:xfrm>
            <a:off x="6194044" y="217731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D732AF12-1603-918B-22B9-D59FF201E40D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6B5B5717-300F-2665-51A9-910D36584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F3660291-3932-D831-9B2C-82A83679612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5887DAC3-A2CD-E141-DD50-B3DECCD5148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23FEFE5A-0005-5482-8E62-DCE5766FCB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7ED1C2FF-0DFE-0586-CDD1-18B5F4F444C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EFDDF5E4-3C4F-E341-1160-F2FCBDCFA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F5ECEFF4-E91E-E78D-4802-C491ECD654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1C094904-86EE-E438-C565-121ADB7211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48C84CC9-D456-8C6A-505F-3C40E8427D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58406BDD-17C1-F294-D677-7F308C8CBE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EA44ACBB-81D1-4E41-9F00-1FE61AA9A3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F0EC7145-7EB3-30C9-A5B6-0B1855F549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F08EC5FA-98DD-297A-6703-BE9A45561B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58F60277-D815-F3C7-839C-688506AD466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74130A91-190C-9DAC-2ED4-65EE476368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3A4D34D3-3680-C6A8-18CF-3FEC690FB9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F9C1A0E2-7450-8E2A-92E4-579C21A6BF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713C16C0-6BDB-3312-FC69-495E702BF8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C45D3383-25F6-289E-72A8-928A32E48D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59C73934-C501-F482-5F1B-2943CC94BF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2A97E230-7EF0-D079-19E6-E1427DCA4A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B3226878-4BB3-1D84-2E70-EE5F06EF57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549ED822-E2E7-31AE-CDE5-98E6E488B61F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278ABE06-E6AF-DDAD-C530-5221A749C6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4A9DC1C3-F62B-7337-C38D-A9AE418448FE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E1E0F381-35B8-60B0-31AD-D47D6C377E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5D27F776-40E9-E3EB-950E-B44F03D56D6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730CA196-2E6F-B841-5F60-8238BA161CB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308D0871-0566-71EE-DEBD-ECE9F6D8E9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EF347E08-2BD9-57E2-BC82-C66D7A0C92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4EEADEC7-5530-7888-E03F-8209D0750C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F8FDA98B-9B01-1A7A-026F-1CF3597BC7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E9F12FB6-D49C-694A-688E-6BFD98D930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905AAB9B-F1E7-B0DB-467C-255A072F6E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9CF00D2D-15BE-9F97-D49C-8223ACA820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0EB2EC36-2231-568D-89FC-E4D38DF9DF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1BBE4445-0BE8-4353-0C67-71680DB972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D5151390-EBE2-B91A-4189-69A6FF3A4A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29961661-6440-381F-3E3F-C0AAD5E6A9C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F716E89C-1D3C-9010-E3BA-96AC417B02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BBFC9D5D-0CFC-A40A-6BA7-370DCF3E82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ECA244AE-E814-B287-515A-734E022157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D56B007F-CF52-D81A-C28D-DE4A7FC411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60E586A8-FD8D-79C9-F7B7-2D37E687B5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C64B1ADF-8139-6726-9009-46522036DE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7C4BC03C-DDD5-7F11-F4F5-14957DBB25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55F6844F-3309-D274-F717-3AA79FFB9F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9F9AEFA7-95FF-F359-8FF1-0402FD16257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2863E05B-EC7E-A16E-A9F9-18A85B5513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FF30E7FB-93E1-0A0B-3145-F8A471C0B449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FC1D0DA7-6584-4AF7-7817-4E1913FE94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921A32B4-D31A-F61E-7C5B-A1D9868D11F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D3D52DBE-0C36-2BBB-5E73-7D5D9B6D45A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DD278EE1-76A0-D655-A855-220761136D0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A8A10E9C-FBF8-B833-805C-75716F6C19E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789122A2-77B3-1422-2754-D99545E310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F3F292AC-18FF-338C-A985-F266195434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7E4FDFBE-AF28-88BF-6D2A-498026BDEC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12327D83-7F7F-3D24-72F7-CF7E0011B9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D4726706-4328-EE4D-6F86-3118914389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ECBE134C-8D59-955E-88A9-C15A161719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0987FFF5-C478-7644-1573-5DEEAFD3B6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E6C24431-0A51-B218-2207-D5E693B7AF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96A1DF39-CD40-63BC-7D27-B86DFDD63B8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22AC0B5A-9482-DEC7-3870-E1816607DE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95B4E77D-B1CE-54C8-F703-EA86124303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8A1F2249-5592-FF5C-29BD-CD09A9352C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2AB8E92A-D432-7309-2493-D23F194F9C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BFEABD7C-5354-976F-40C6-7446B8A880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0A2FB0CD-EC72-E55A-3A3D-C7D5B0D3C0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A7D43D17-3535-52EF-A9FA-EF64F9F42C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74722611-E8C1-91DD-43CD-6901D6C14C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4DB1826C-13F6-0BD2-CB91-721D2907303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0DA91443-5D58-74BB-EDC6-314E2970F5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B57C5DFC-0D5F-51D3-3F80-CADD013EB232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62BFCB84-21F4-4764-DC81-513A0D1D7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163E7BD7-F4EB-EA56-8516-037ADD375AD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D65D41A4-5AE9-F5CF-D99C-C80041B23F8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49D3F8F7-10C7-957D-0DB2-ABF549AEAB7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8B9644A8-D47A-525A-F281-D3C7A09DB3E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F9A7F32B-AD57-2B89-3A97-42A5FB9AE6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29790C30-63EB-AFEF-6F29-F8AB274567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88E262CA-2188-E239-F008-FD195F62D5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A44676BD-F263-EE43-AA01-AD9AD5BC7E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562C4131-6B5C-BC47-88CF-254EE13968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F13F4957-609F-F59D-147E-953B4695F9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E1EC89BB-3C33-AFA5-FEE8-3080A70C6E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5AA614A3-8442-4770-2021-653B08A0CF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434A9BAC-B142-3362-549D-045BC70D9C3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529F3AA6-643D-373E-6EC8-BA95E8C42D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E04DC326-5EFC-E5D5-D6AD-A3BDB3F83C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0890FCBA-09D3-B6D3-F72C-EBD3C356DA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B8527295-01C5-61E7-D806-C61B73067C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978846B1-E349-CC36-F648-878D8BE08C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9B0C8798-C429-7AD3-373A-9EA30669E2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E2E89B18-E30D-E536-4112-12BA5F8B50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B31676C3-6BCE-C39B-F639-4695482725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8D0276AD-2C41-C4E9-B3C7-EDE4F9A6739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DCCA10F9-899A-0489-ED38-8E74FCF0ED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C5572D9E-6AE5-5493-D668-A096C9C1122E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038822A4-AEF6-100F-6CA5-3E1181A2FC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2930BC3E-A17D-FDAE-50D7-60DB2DA553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543059E5-19DC-DAF5-0DA0-D6B76762CA4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CE24A795-4C9B-896B-C6AD-0F5D6E8AEF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028BC28D-971A-5AB1-521C-6D3C92090D8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88F500D4-FED9-6161-E1A3-43CC09CC08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CECA279B-584A-C638-E070-BFB0449F4E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9C143D29-32B0-6983-683B-3E68CAE0F9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3142B028-9C8A-E369-D595-7FD184AC16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727B92F1-0792-8C2D-FD2F-DEDD9D3F0C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43CA6F12-76C1-4B98-7A2A-12DB38D7A4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F6CD8661-965A-E604-D8F2-45BEE6151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DA0B6973-77B0-8CED-BCE5-8F9FD7D176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5A5E485E-A531-6A46-83DA-D1657D2BA44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0C9C9E71-EA73-9026-794B-61CCA8F537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E173EDBD-89B7-57A2-E487-968B6BEEC5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590209F2-AE61-2A09-03C9-AC7CF6FBFD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5047EDC1-B302-D49A-75DC-2CAF889A4A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F7E437AC-C812-6FB6-8C3A-E9BDE9ECC3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7686DB17-064B-1DC7-B0B4-7EBF5BB62A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4303362E-04FB-1F15-249F-357676A754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86AB1957-246A-5CEA-C8A1-2BDCDD3644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7AE3122C-B281-0CBC-C092-9085DAD0E03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171B0E2F-B2B6-A008-63D4-BEC4F0D33E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B5CD15DF-83A8-CB9E-B292-49033B7D75C5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01C30DE2-AB57-2055-B4A5-B72A4AA1003A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30D9954B-9A73-16CD-46D7-5AFFD371E7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C8FF41E2-45F8-B7CC-F760-D311C07CC94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378BD512-8DA2-D239-0E3C-7DE2CBE00D2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3CF096B5-C72E-874D-50C2-D49B2F78069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A1EE118F-15E2-F262-C379-D8A7DF8F3F0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75A68ACA-8A7C-E796-5C51-9A56E53780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BC1804BD-466C-8294-01F4-8B035DF6F7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C0642928-2589-E613-31E0-6799D94316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B2D46A21-CF0B-48B9-3B86-4AD2F910BE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26620659-EDAF-E8B7-877B-7CBCDEA9A1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369111F6-75CA-1088-017C-040A6959FF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DA75A55C-07A8-6991-A247-BE1878F543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2EC41CB3-106A-3C90-293A-456A4670E8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C8D6A12C-427F-803C-439F-D402E120404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3A6CA1C6-FC35-3D9B-3BA5-57B0F7D9EB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17360A64-5D00-E51C-81C2-7472B79757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BB93D71F-ADC1-BF60-6EFB-8DDCAF2919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AABAC5FA-A0E9-6FFF-B982-008DED8943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69727067-8D3A-B099-5CC7-823C1CF718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A9A07056-2C16-BDBB-0F1F-4B3537DF9E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C039E14E-C780-0B6A-4721-165FFA0278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DE1D6F4C-4460-5915-7E0C-EB7DC5445F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79AD8C06-4960-36DD-88E5-21DC0B2EB65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BC555D7C-6ECD-EBB5-C109-B72EBC040A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02491B76-F36B-08AF-BDD5-44EC741F71C1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CC0AD-2E55-8861-51EF-BBF45030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D33FFC3B-3F5C-A31B-EBFD-33F62E0C08D3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54DB9402-A159-650D-E6D1-95F266D7728E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C8B7304C-5057-D043-174E-43DCAD79DA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2FC63-9549-6D13-DF85-F61C91050666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C082AB11-949E-8D1C-294B-2F94907AC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FE2364CF-8222-FA7E-B108-780958B451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259148-B557-4375-9F4B-D5B41AC2E8F6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9C3E889E-A542-8980-4C6B-12779A8061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C9C6035E-3B4E-9148-2350-8F8E39EC5D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7E206F52-1487-213D-DC51-13A57A5E23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AAB13313-A24D-3258-7925-1DFFEA47A2A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1C328A68-A4A1-8065-ED9A-3C6F9344014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50D64A2A-07AD-34B8-A587-68FA456C57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5A975AC3-7C2F-140A-86C7-7BC46D6810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91C46C8D-6EB0-708D-6202-7624A97619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EB1BB870-F60D-E6CF-4A99-8836D0824A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0DD37552-D219-F2A1-694A-5CBFD8C707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6A0730E1-65C7-035C-CA2C-C0C9CDFBFD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479AD05D-E666-E415-2D0F-FC2F30FD09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F4CE1E69-D7CC-E54F-EBB2-02B2EFD8CE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5AC5E3A4-2396-DF37-482A-77DE7F32D36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EDBC8A6F-5730-2782-334C-EF40A7E069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AD60349D-AD3D-7B73-E3B7-380E017285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41E3993B-83C7-6F9E-CB65-40807BD442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FACE264C-DE38-921B-265D-BEB3C80DEC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EF5FA30A-99E8-D2D4-30AD-AF6DDD9FA7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7BE98B15-F35F-5271-BCA3-80AAE526AC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6C860AD6-3C29-EA2C-0194-67C69B40C8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47A0EB4F-C692-DF30-6CE3-B477412E55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685BB277-AAD3-0453-1699-3E100DF4632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8C7CF113-3AD3-AEDD-B1C1-0C2891B3F4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DAEB53-69C2-082A-25F4-15B44226A8B4}"/>
              </a:ext>
            </a:extLst>
          </p:cNvPr>
          <p:cNvSpPr txBox="1"/>
          <p:nvPr/>
        </p:nvSpPr>
        <p:spPr>
          <a:xfrm>
            <a:off x="5195144" y="121131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10.10.1.0/30</a:t>
            </a:r>
          </a:p>
        </p:txBody>
      </p:sp>
      <p:sp>
        <p:nvSpPr>
          <p:cNvPr id="4" name="Line 149">
            <a:extLst>
              <a:ext uri="{FF2B5EF4-FFF2-40B4-BE49-F238E27FC236}">
                <a16:creationId xmlns:a16="http://schemas.microsoft.com/office/drawing/2014/main" id="{8F58C309-2F37-24C3-22F2-4C2F1CA75E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415" y="1499781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" name="Text Box 153">
            <a:extLst>
              <a:ext uri="{FF2B5EF4-FFF2-40B4-BE49-F238E27FC236}">
                <a16:creationId xmlns:a16="http://schemas.microsoft.com/office/drawing/2014/main" id="{8E6015DC-FAD6-DFA4-6FC5-76DA673CE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681" y="1284487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4FBC0E-CF88-9921-3F48-98E067D2B29C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16CE41DC-C907-D7B5-A0BC-C9CDC46DF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F80D9887-2ACD-7041-7E7F-0229790319C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92E2C32E-3329-B8D0-8B7F-66BF3E4EDBC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C6427A-7CC2-4594-48F4-FEEB484C0B40}"/>
              </a:ext>
            </a:extLst>
          </p:cNvPr>
          <p:cNvSpPr txBox="1"/>
          <p:nvPr/>
        </p:nvSpPr>
        <p:spPr>
          <a:xfrm>
            <a:off x="6768351" y="303252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10.30.1.0/30</a:t>
            </a:r>
          </a:p>
        </p:txBody>
      </p:sp>
      <p:sp>
        <p:nvSpPr>
          <p:cNvPr id="7" name="Line 149">
            <a:extLst>
              <a:ext uri="{FF2B5EF4-FFF2-40B4-BE49-F238E27FC236}">
                <a16:creationId xmlns:a16="http://schemas.microsoft.com/office/drawing/2014/main" id="{E9D72A6A-560D-C445-6091-65B7A1E6DC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4670" y="3230562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4A72ADB1-2375-800C-DDD3-690ADE89C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936" y="3015268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F90FDA-4179-65FE-060C-1E71137239B0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66C1BEC1-453C-2503-5DAF-2CEBEBC9C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8898D464-9690-22FA-D603-872D18DA70D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AA9F4A04-B0DD-E862-5F2C-BAC4BA29E04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CF1600D-60F6-BB10-E944-B1A857F1AAF6}"/>
              </a:ext>
            </a:extLst>
          </p:cNvPr>
          <p:cNvSpPr txBox="1"/>
          <p:nvPr/>
        </p:nvSpPr>
        <p:spPr>
          <a:xfrm>
            <a:off x="8254637" y="4782830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10.60.1.0/30</a:t>
            </a:r>
          </a:p>
        </p:txBody>
      </p:sp>
      <p:sp>
        <p:nvSpPr>
          <p:cNvPr id="54" name="Line 149">
            <a:extLst>
              <a:ext uri="{FF2B5EF4-FFF2-40B4-BE49-F238E27FC236}">
                <a16:creationId xmlns:a16="http://schemas.microsoft.com/office/drawing/2014/main" id="{7638DBB3-11D6-8E6A-7534-E90D71F61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0956" y="498086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5" name="Text Box 153">
            <a:extLst>
              <a:ext uri="{FF2B5EF4-FFF2-40B4-BE49-F238E27FC236}">
                <a16:creationId xmlns:a16="http://schemas.microsoft.com/office/drawing/2014/main" id="{0F4215EA-78E7-6A5B-B11A-24EF6F525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222" y="476557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7B4A4-C924-BC42-6562-9029E4793308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654BAB56-F8F4-52B0-4A1F-B44C7F5A5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C86E248A-BC6B-E19D-4371-0639B7F9A6E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4201C281-7480-9FD7-098F-2121ED0F0D2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967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4C66-9EA0-E238-FD98-5BF773D6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B8B3D439-F631-E859-9CAF-A33523A3FF14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D517D2D8-BF0F-60DD-026F-B876F5AA95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57249BCA-D982-59D3-BD0B-926844DAC0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E92840A0-7BBB-83DC-947E-569DA0387BE1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6BCF8168-1F17-4E84-6956-0FEC35879CA7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CB4D6392-B0F4-EB6B-5ED6-76232098610E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6ED24E6D-0EF7-A0A7-10D9-A60E8C400E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89B57A40-0A6E-7387-DF1E-8428462DBA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5A7A172D-A3BB-72DD-A5F9-D4550E02F0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A3C797A4-1ADF-16AD-9F7A-3DD13C686F02}"/>
              </a:ext>
            </a:extLst>
          </p:cNvPr>
          <p:cNvSpPr txBox="1"/>
          <p:nvPr/>
        </p:nvSpPr>
        <p:spPr>
          <a:xfrm>
            <a:off x="9214904" y="5733711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831CF33C-BCCF-8A57-D09A-E94CEC85B0C4}"/>
              </a:ext>
            </a:extLst>
          </p:cNvPr>
          <p:cNvSpPr txBox="1"/>
          <p:nvPr/>
        </p:nvSpPr>
        <p:spPr>
          <a:xfrm>
            <a:off x="7773939" y="392313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D5F5E4AE-4507-8B21-3EEA-472263ED8C4A}"/>
              </a:ext>
            </a:extLst>
          </p:cNvPr>
          <p:cNvSpPr txBox="1"/>
          <p:nvPr/>
        </p:nvSpPr>
        <p:spPr>
          <a:xfrm>
            <a:off x="6194044" y="217731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269110EA-4F5E-049F-6798-AF9D55FD6B01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8B3F99AE-00FB-44F6-0AA7-CB1F9145C1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68AAA150-D994-D71A-1A7E-7004A7BBDCD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839B0023-8E79-642E-1D05-DB7B76D98B2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67F73AE2-B2F6-A0A1-6778-A994A5D429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62FB140A-4EF9-D21B-7512-D8E959FE8EC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460A5242-05DD-3385-74C4-3084CAB4C2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F1318298-3992-4F2F-7518-C6377ABAC6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505DA500-129F-EEEB-E3AA-E037BEE3B1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3B8C9973-E242-2A8F-C86F-D5D34F42F4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FF1ED16F-26D5-7FF8-A28A-6E998818CA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DAF6EB60-4A1C-9EE7-5962-805B92D6E0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21E5C381-3DAF-ACC5-67F0-BA3494695A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38915D86-789E-0132-57A7-1F19886070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43ECE938-7662-4307-173C-F214B6C36F3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9A46D24A-E483-52B8-E95B-CC157419E8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600B2BBB-9584-46D8-3C25-3DE0EA1D91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21E10265-C822-767D-02B4-60B97B5C93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03724746-198A-20E6-B060-B81E2D2A67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DA2B39D8-3434-0FFE-F83F-756C698858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26304632-DAF9-B4C9-9B7B-BBA5E3360D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2C761E4F-6E8F-5E25-510D-E81060FF76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603F8FFC-367E-F958-D582-4873272C23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6631562B-92DC-8DAE-24C0-55E881FCD85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C9F4253D-FCFB-D1B7-9F8C-DD5A139256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07877A6-9DAE-C778-5132-72EF328128FB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C85319A2-6B09-ABBA-9AC5-D7267CEA44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7F2A7915-9933-2943-BB74-0FB10B363CC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589106D6-A916-A5BE-E00D-89B54455F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496BE42F-B273-5051-A43C-5BEB31B47E0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D141B9EA-922A-05FD-560F-DB2AD9FE21E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F2F84248-9565-EEF4-7A3C-DE7DEB11A9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1C6AC3F0-6F3E-B392-C5DF-609A23ECBC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4CDD0E67-6E9E-CD5E-B340-E20952EE15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6348166D-DEB9-95A0-DC70-BCCF414010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07DDFF9B-6175-B5A1-3EE0-AC88E22895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9C67E1C1-4FB4-176E-E474-DD8CBFD0EE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84935DCC-D3E9-EDA2-E8D7-DBD58ADDF6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6009371A-57CF-C618-1FD4-610DEA8788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091357A2-D008-BF2E-6B1B-503F72152F6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0388FB57-BBA9-BE48-7AA4-7A1DAC7274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19D5BF35-3FC9-1B26-B105-D0B5169DF0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EB91CD93-1D4F-2B36-F15C-E1BCC28E8B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77C35512-DC6C-F1E9-418E-FFFBA2E00C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8E7C1F4F-B29B-C5CF-B103-9060EDBC32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6D6A8B3E-B870-1A2E-F951-E97C246F39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26A968A6-A3C5-ACED-3880-88DFF0D44B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84EEAEED-B676-217A-5001-99B41C4E5F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258A430F-5616-E856-28A3-F829BD93BE1F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6BA443E9-5EF5-C46B-271C-60786485CB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E714D44B-6092-34A6-5F33-2AC1715ED2E1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07E0610B-DCE6-DE1C-9BC3-A373BBF67C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C8D73928-8C4D-F9A5-940A-3CED34DCDFA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7FD91DEB-DF45-AC6D-4142-AE04B09A24A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6517BD9C-C9CE-C971-D981-A941F9E1094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8E2DCE06-B548-DEFE-20DB-76785E04379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5A9DB73E-9CC4-45DC-1A69-67BC056640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7146F8E6-BB5B-3507-62D4-C377F02DB7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C4BF8029-4E00-5988-6378-BEB15FF186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FD9F2E86-4E92-8933-6DE7-7265937476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30EA0DBC-32E4-CF0A-7756-BABA94E8B1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966BDF80-9E89-9CF1-D334-940DB17ED0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0C7634A8-283E-8B76-972D-52023C5855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424C4F98-EBE1-9FA3-EF46-CA558692B3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57ED4B5B-7B2E-B5AB-3414-A10EF863874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AF934BF0-CCF7-93C5-1266-034D06660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02A7FEEC-30CF-6C7D-3863-36A2E3FB8F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A151471A-C597-7783-0139-5E68AA29FE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01353E5E-5145-54F5-5DA8-1DB1A96B99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15E22A21-4A19-DBEF-9CB7-CDD8339096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AD0C34C6-3239-8D08-E0E7-248DA4B18C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9E53F135-36EC-C9FD-F26E-3B3CDF6210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9CC0A569-B352-9136-3EB4-3CCB975CEC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0AECBD93-BBB8-5858-B6A2-E61D4BEFC25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AB2D7B34-A3AD-FB72-BD6E-5757004C45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C78E9C9-F3C5-A17D-2212-CD292B56E47B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326B4EC5-D2E6-4AB7-2C09-B0F452CE4F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4AD05C4F-FE4D-5E4D-8748-2A8B1FCEF42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892F3968-50BF-0984-0127-EA50AEA0678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640BBF03-9334-8318-13E5-69AD01D09D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B83AB9B6-1126-E594-6451-861112236DF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C0B758A0-50BC-4BDF-CEED-80A0BBE29E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8B4C9DE1-1382-8526-9812-11A774DDAE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8B650C36-71F6-C3F6-B4BA-A3E83DA834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A43246F3-B52C-83C0-15C3-50BC415071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744923D5-FE5A-2438-1C30-F188E2F056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604E1576-1DE7-E19A-41AD-834A51FC5B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8230A54B-83D7-28FD-A70A-0AB23545FF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D954819A-14DD-4C3D-A9F0-5E8BBCEF5D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A0783BFB-B2B6-9C65-E9AF-4EA48915D5E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2D9CC923-ABD5-5FA6-DB17-C0871A1EB2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C12EE203-C879-7D5E-2730-1D5547648F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59732F08-DA33-F5A6-CDFB-3BC6A7999F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7555D78E-7D6B-AA39-80A2-E9EED29DC4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F6F67153-E21F-FBCA-1350-61EEB5001C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26BDBA44-9E91-45EC-0B88-5DFBBEA8C8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705C1390-DB6B-59FB-1177-A6C1EB1DFF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0526470E-99EA-7745-B73B-A9649886F2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7F14CAA7-2747-DFD2-D1C1-B645EE330DC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38A24990-CC1A-750C-DA4A-F97F9378423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AACA2C6B-CF53-417F-F215-C1ECF52FF148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DB80E635-9BA6-E17B-F95A-78DA3DB667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54DA1B2F-FFA3-D06B-765A-94D6A8B8441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546901E5-8CD1-4CB9-3290-B221F08E707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61249B8C-7FE1-0AB6-5E53-F5C0A75C38A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87A75CF4-B44F-3F70-13D3-0FCAEB3F1CB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9A47492E-C621-1F8D-9AD6-B1AAB9F69F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72104A7C-17B5-3931-7CF2-415C50F25C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7B8A455E-9EE2-6A9D-A4AD-519302CB28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FB317CCF-9EC4-04AB-3A5E-AE5EFE39D7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45C18CFB-3956-9B9A-63CA-9058B5EE12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E5DDEFA3-6D61-57A7-6A15-6E2E77498F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777BFB20-B66E-D7AC-2C08-BAF53E57D6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75B305B1-3F1A-B054-5596-4278F82A81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F1A9050C-7FCE-54B6-9A2E-C4E11E93E5F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18A7A554-6B95-190C-0343-A6D5319D4C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66B3719F-ECF4-9155-B658-CAB26FD5C1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8F9A0CCC-3037-D1E2-18C8-2CCCBF157F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C094246F-0954-9A7E-86CC-B859188D34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059125A4-888D-9E41-470C-506DE9D9B8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5318820D-EBD2-E286-E700-5A3681BADB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61771924-6EF0-BC84-4F37-9618CCFFE3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36E8D9ED-856A-0CAE-5AF5-0665A68C6A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CCD164E3-9E7D-BBDB-7589-87C710117EF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B97DBBEE-AD56-119F-4B91-72A187ED42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BFD7AB89-5783-2876-A316-E66DD2D91CCC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EC855EED-F8E6-3E66-B6C3-DB133B010B72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8479ABD2-7670-5CAF-0B42-90B8CD9E19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B92F4E26-92DF-56FA-EC30-6063B2BFFE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ABE39602-7502-5D04-BC05-232901F389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7786B519-1535-D785-6681-9B60359F5F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A93502A4-DEC0-47AF-6D49-C2C9D6701BC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6EFB028B-7D3E-2697-5FE0-DEF383B0EC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4C9F8750-AD50-3D2E-5697-AB8F3032E2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4D2AE37C-529F-FD1D-FBA8-F635110A43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2E19FB0D-F371-4010-8A75-E80BB7C8EF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26C30500-782D-47C4-BEC3-1ACF06DA14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FF95A9EF-CBA4-433E-F3F5-66347E8A1E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6642FC3A-6B90-2211-5681-4BDC0D638F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15F8F1BE-AB41-541E-4EE5-68BDEDE890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2DB18E51-1D60-27D8-8A1B-D7F341DB8E4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4A0A2E88-C5E7-2BB5-FB38-EBE73D17B9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1B23552E-43D1-3C41-0EFB-11B935FA1E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EB343CF3-7CFD-4149-379F-70C240360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960B6460-A735-158A-AC3F-BE190AA5D7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2CBD5F33-98F2-A8C9-79F1-7F64D3AAFC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826E3776-7F82-4B9B-3961-AEDF773EFD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5CFC217A-784D-1DA7-4034-6ECC4FC22E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5F993148-DFB7-FC27-19A4-15711FBF58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414E494C-0D83-8131-33E8-D3375DE861E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9A9D3C57-277B-561F-D5BB-D3ECD76FEC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04EE1906-0A5B-BF99-752F-5FC7407A5B2C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D207E-AC91-5454-6799-B66AB31F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83B7B007-BD60-3219-07F7-5200776061E3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8F544DB6-5AFA-0BD9-7E86-353116FA85E1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4B5A8153-816A-D51E-716C-52DEBC53C2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63D642-DC17-7E27-AD0F-672F52F8067C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86A324E1-2CB2-17A6-F3A3-3BD896728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5D21D78D-FC46-F41B-7650-F864B55E27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54D6E9-127E-2DF1-73EF-F2556A45F894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5846FD42-836A-060D-D494-76019C0518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1AF0F82C-21F6-BF14-B2EA-CFFE3155175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7491B37C-4F2C-071A-E893-CE057F62114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37B99027-C411-ACD2-8191-21530239568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C487A381-AB6A-BC59-DA72-3A3E95A9496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15F633FD-3845-5631-50E2-A1FAE3EF86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8285C0DC-B6CF-AECD-18EB-B90044CC2D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8D48CA97-229B-6139-1B51-F65EBD9BAE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0712DA29-536D-4860-B0E2-B0ECBAD000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4A11B2E0-F809-03A4-66CD-ABD51FED64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99B8DC9F-1629-A7F9-E6C6-E9F107AE90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4B1D1E40-AF74-E627-4EE6-D8493E6072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28FFCBC5-A322-A0E1-46D3-9CF6EC0A3A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EC83DBC0-D69D-F98A-28CB-26BC97E6A88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F9735142-A0E7-9184-8266-5EEE45EB09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B6E09FE9-2D9B-8D96-2AF2-076BC01297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B749CE9A-4E84-BBE3-542A-D2383E43E8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680E488C-9850-760A-B46E-713A77F8CD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F0E8E8CC-3526-272F-BA9B-F4215068AF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FFA5EAD3-D59C-CCDE-380F-DACD3595F3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30A09538-4538-F523-AC58-A4DCA6D9C5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7DCEC8DB-1369-7595-29D8-9690A074F9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2184007F-312E-DB60-6480-16DA844B9DA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033752E4-F2A7-A47F-BBC0-A93FFF8DF2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C2E478-7DAE-D4B8-D64A-A024FF27F031}"/>
              </a:ext>
            </a:extLst>
          </p:cNvPr>
          <p:cNvSpPr txBox="1"/>
          <p:nvPr/>
        </p:nvSpPr>
        <p:spPr>
          <a:xfrm>
            <a:off x="5195144" y="121131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10.10.1.0/30</a:t>
            </a:r>
          </a:p>
        </p:txBody>
      </p:sp>
      <p:sp>
        <p:nvSpPr>
          <p:cNvPr id="4" name="Line 149">
            <a:extLst>
              <a:ext uri="{FF2B5EF4-FFF2-40B4-BE49-F238E27FC236}">
                <a16:creationId xmlns:a16="http://schemas.microsoft.com/office/drawing/2014/main" id="{6AE8C460-6CD1-5DB6-B7EE-10A6265548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415" y="1499781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" name="Text Box 153">
            <a:extLst>
              <a:ext uri="{FF2B5EF4-FFF2-40B4-BE49-F238E27FC236}">
                <a16:creationId xmlns:a16="http://schemas.microsoft.com/office/drawing/2014/main" id="{31BA64AA-5D3F-6434-0A04-9F52C1EBC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681" y="1284487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EAF6F9-A33E-8354-BEB7-D5DF6C2A7076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16015689-0E2B-B8DC-5E4D-AD6EAE372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C0F19F81-E942-CBA1-044B-563DD34344C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3346D63D-2A2C-27D0-313D-AACF075B56E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093BC7-28DD-2889-7E4F-03C7299BD5ED}"/>
              </a:ext>
            </a:extLst>
          </p:cNvPr>
          <p:cNvSpPr txBox="1"/>
          <p:nvPr/>
        </p:nvSpPr>
        <p:spPr>
          <a:xfrm>
            <a:off x="6768351" y="303252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10.30.1.0/30</a:t>
            </a:r>
          </a:p>
        </p:txBody>
      </p:sp>
      <p:sp>
        <p:nvSpPr>
          <p:cNvPr id="7" name="Line 149">
            <a:extLst>
              <a:ext uri="{FF2B5EF4-FFF2-40B4-BE49-F238E27FC236}">
                <a16:creationId xmlns:a16="http://schemas.microsoft.com/office/drawing/2014/main" id="{15619DBB-58F2-5AB1-F3FE-95324A68A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4670" y="3230562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06D4C81B-6D8C-7919-D4E9-92F26FE3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936" y="3015268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245430-4BDA-AB3B-2E70-7FAB51F53698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6EC2C31C-E569-762D-BD82-9AA077A52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DF951665-9978-3973-D5F2-2A1AEAD6C85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0AE3667C-458E-7C95-E355-240A4FF73AF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79B63E4-B5BD-85B0-77F6-A001660FB2C5}"/>
              </a:ext>
            </a:extLst>
          </p:cNvPr>
          <p:cNvSpPr txBox="1"/>
          <p:nvPr/>
        </p:nvSpPr>
        <p:spPr>
          <a:xfrm>
            <a:off x="8254637" y="4782830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10.60.1.0/30</a:t>
            </a:r>
          </a:p>
        </p:txBody>
      </p:sp>
      <p:sp>
        <p:nvSpPr>
          <p:cNvPr id="54" name="Line 149">
            <a:extLst>
              <a:ext uri="{FF2B5EF4-FFF2-40B4-BE49-F238E27FC236}">
                <a16:creationId xmlns:a16="http://schemas.microsoft.com/office/drawing/2014/main" id="{87B05FD5-9AC2-DD54-0173-6CE3C65501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0956" y="498086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5" name="Text Box 153">
            <a:extLst>
              <a:ext uri="{FF2B5EF4-FFF2-40B4-BE49-F238E27FC236}">
                <a16:creationId xmlns:a16="http://schemas.microsoft.com/office/drawing/2014/main" id="{EA093ED3-CD0E-E6BE-C8FA-5C08B5BED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222" y="476557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312C97-598C-5104-A13C-5FE56E707DD6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DB0B0B31-91FC-15FD-D00C-F073AA0AC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57DBC5C0-14D0-DF06-60BB-91AFB2492B7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428E0E4E-40D1-A69A-424C-0C5CD230C65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419958C0-3F70-689E-982A-4E262A2566FB}"/>
              </a:ext>
            </a:extLst>
          </p:cNvPr>
          <p:cNvGrpSpPr/>
          <p:nvPr/>
        </p:nvGrpSpPr>
        <p:grpSpPr>
          <a:xfrm>
            <a:off x="5743426" y="2022524"/>
            <a:ext cx="872681" cy="814992"/>
            <a:chOff x="6958366" y="5161316"/>
            <a:chExt cx="1117383" cy="1043518"/>
          </a:xfrm>
        </p:grpSpPr>
        <p:grpSp>
          <p:nvGrpSpPr>
            <p:cNvPr id="474" name="Group 138">
              <a:extLst>
                <a:ext uri="{FF2B5EF4-FFF2-40B4-BE49-F238E27FC236}">
                  <a16:creationId xmlns:a16="http://schemas.microsoft.com/office/drawing/2014/main" id="{8C0E7060-4024-4A87-3366-FEB0F2316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476" name="Line 34">
                <a:extLst>
                  <a:ext uri="{FF2B5EF4-FFF2-40B4-BE49-F238E27FC236}">
                    <a16:creationId xmlns:a16="http://schemas.microsoft.com/office/drawing/2014/main" id="{EA230F02-D9E3-CEEF-2FD2-6784CDA04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477" name="Group 35">
                <a:extLst>
                  <a:ext uri="{FF2B5EF4-FFF2-40B4-BE49-F238E27FC236}">
                    <a16:creationId xmlns:a16="http://schemas.microsoft.com/office/drawing/2014/main" id="{58921B9C-AAC9-C420-6E13-D8FFF86773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478" name="Freeform 36">
                  <a:extLst>
                    <a:ext uri="{FF2B5EF4-FFF2-40B4-BE49-F238E27FC236}">
                      <a16:creationId xmlns:a16="http://schemas.microsoft.com/office/drawing/2014/main" id="{47360014-D097-A98B-748F-6712E171E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Freeform 37">
                  <a:extLst>
                    <a:ext uri="{FF2B5EF4-FFF2-40B4-BE49-F238E27FC236}">
                      <a16:creationId xmlns:a16="http://schemas.microsoft.com/office/drawing/2014/main" id="{B789D9B0-41A6-6946-CC01-98078C0CF8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80" name="Group 38">
                  <a:extLst>
                    <a:ext uri="{FF2B5EF4-FFF2-40B4-BE49-F238E27FC236}">
                      <a16:creationId xmlns:a16="http://schemas.microsoft.com/office/drawing/2014/main" id="{8885842E-E6CE-DD3C-BBB1-0CCB033D1B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481" name="Freeform 39">
                    <a:extLst>
                      <a:ext uri="{FF2B5EF4-FFF2-40B4-BE49-F238E27FC236}">
                        <a16:creationId xmlns:a16="http://schemas.microsoft.com/office/drawing/2014/main" id="{1BBDD9D0-F716-9FD2-3B8E-FBAE8A4D24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482" name="Group 40">
                    <a:extLst>
                      <a:ext uri="{FF2B5EF4-FFF2-40B4-BE49-F238E27FC236}">
                        <a16:creationId xmlns:a16="http://schemas.microsoft.com/office/drawing/2014/main" id="{C8600486-877C-39D4-2EE8-784C6C29A52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483" name="Freeform 41">
                      <a:extLst>
                        <a:ext uri="{FF2B5EF4-FFF2-40B4-BE49-F238E27FC236}">
                          <a16:creationId xmlns:a16="http://schemas.microsoft.com/office/drawing/2014/main" id="{337820A6-A855-6AB0-8FA7-8CD1B4A5A8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4" name="Freeform 42">
                      <a:extLst>
                        <a:ext uri="{FF2B5EF4-FFF2-40B4-BE49-F238E27FC236}">
                          <a16:creationId xmlns:a16="http://schemas.microsoft.com/office/drawing/2014/main" id="{04514C9F-ADEA-1561-BF03-FEA2E260C2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D3AE3C9E-7625-A2A3-7D81-6EBCE1BBEDB9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EE879CDB-3E1B-0DDF-3F34-05556E9FFBC6}"/>
              </a:ext>
            </a:extLst>
          </p:cNvPr>
          <p:cNvGrpSpPr/>
          <p:nvPr/>
        </p:nvGrpSpPr>
        <p:grpSpPr>
          <a:xfrm>
            <a:off x="7363921" y="3781025"/>
            <a:ext cx="872681" cy="814992"/>
            <a:chOff x="6958366" y="5161316"/>
            <a:chExt cx="1117383" cy="1043518"/>
          </a:xfrm>
        </p:grpSpPr>
        <p:grpSp>
          <p:nvGrpSpPr>
            <p:cNvPr id="486" name="Group 138">
              <a:extLst>
                <a:ext uri="{FF2B5EF4-FFF2-40B4-BE49-F238E27FC236}">
                  <a16:creationId xmlns:a16="http://schemas.microsoft.com/office/drawing/2014/main" id="{573D2FA5-9C1C-D29B-FE29-89704A0F5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490" name="Line 34">
                <a:extLst>
                  <a:ext uri="{FF2B5EF4-FFF2-40B4-BE49-F238E27FC236}">
                    <a16:creationId xmlns:a16="http://schemas.microsoft.com/office/drawing/2014/main" id="{96E9A7A1-4C24-0298-16B6-CCA150E77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491" name="Group 35">
                <a:extLst>
                  <a:ext uri="{FF2B5EF4-FFF2-40B4-BE49-F238E27FC236}">
                    <a16:creationId xmlns:a16="http://schemas.microsoft.com/office/drawing/2014/main" id="{FBB842A8-2CA7-9A93-3D11-89E76D5B5A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492" name="Freeform 36">
                  <a:extLst>
                    <a:ext uri="{FF2B5EF4-FFF2-40B4-BE49-F238E27FC236}">
                      <a16:creationId xmlns:a16="http://schemas.microsoft.com/office/drawing/2014/main" id="{B67AE785-936C-7AD1-0BC3-8DF2230D3C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Freeform 37">
                  <a:extLst>
                    <a:ext uri="{FF2B5EF4-FFF2-40B4-BE49-F238E27FC236}">
                      <a16:creationId xmlns:a16="http://schemas.microsoft.com/office/drawing/2014/main" id="{3C278A95-7418-4B99-184D-A1EE4C683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95" name="Group 38">
                  <a:extLst>
                    <a:ext uri="{FF2B5EF4-FFF2-40B4-BE49-F238E27FC236}">
                      <a16:creationId xmlns:a16="http://schemas.microsoft.com/office/drawing/2014/main" id="{0286CF6E-C20B-7D85-5388-9B103C4ED9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496" name="Freeform 39">
                    <a:extLst>
                      <a:ext uri="{FF2B5EF4-FFF2-40B4-BE49-F238E27FC236}">
                        <a16:creationId xmlns:a16="http://schemas.microsoft.com/office/drawing/2014/main" id="{F6345E6D-24F8-47E0-0F8F-36C9B23F27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498" name="Group 40">
                    <a:extLst>
                      <a:ext uri="{FF2B5EF4-FFF2-40B4-BE49-F238E27FC236}">
                        <a16:creationId xmlns:a16="http://schemas.microsoft.com/office/drawing/2014/main" id="{175A18B5-0CB8-9EE9-1C49-B4BDC745F04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499" name="Freeform 41">
                      <a:extLst>
                        <a:ext uri="{FF2B5EF4-FFF2-40B4-BE49-F238E27FC236}">
                          <a16:creationId xmlns:a16="http://schemas.microsoft.com/office/drawing/2014/main" id="{3CAE053A-4E38-8976-62ED-3F66BF142D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0" name="Freeform 42">
                      <a:extLst>
                        <a:ext uri="{FF2B5EF4-FFF2-40B4-BE49-F238E27FC236}">
                          <a16:creationId xmlns:a16="http://schemas.microsoft.com/office/drawing/2014/main" id="{2CF9B13E-E62E-C4B7-8FC1-70ECF7EF391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37EB940D-49EC-78FD-59E9-A4C59CC909A1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7C216BA7-BA60-CDA9-7AA8-4F6B51530B8F}"/>
              </a:ext>
            </a:extLst>
          </p:cNvPr>
          <p:cNvGrpSpPr/>
          <p:nvPr/>
        </p:nvGrpSpPr>
        <p:grpSpPr>
          <a:xfrm>
            <a:off x="8759157" y="5594182"/>
            <a:ext cx="872681" cy="814992"/>
            <a:chOff x="6958366" y="5161316"/>
            <a:chExt cx="1117383" cy="1043518"/>
          </a:xfrm>
        </p:grpSpPr>
        <p:grpSp>
          <p:nvGrpSpPr>
            <p:cNvPr id="510" name="Group 138">
              <a:extLst>
                <a:ext uri="{FF2B5EF4-FFF2-40B4-BE49-F238E27FC236}">
                  <a16:creationId xmlns:a16="http://schemas.microsoft.com/office/drawing/2014/main" id="{E93E873C-1FDE-F691-D0A2-954C0E9829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2228" y="5161316"/>
              <a:ext cx="923466" cy="562454"/>
              <a:chOff x="2090" y="3071"/>
              <a:chExt cx="816" cy="497"/>
            </a:xfrm>
          </p:grpSpPr>
          <p:sp>
            <p:nvSpPr>
              <p:cNvPr id="512" name="Line 34">
                <a:extLst>
                  <a:ext uri="{FF2B5EF4-FFF2-40B4-BE49-F238E27FC236}">
                    <a16:creationId xmlns:a16="http://schemas.microsoft.com/office/drawing/2014/main" id="{0E81F85B-C537-3716-D03A-23ABA80BF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2498" y="3160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54000" bIns="10800"/>
              <a:lstStyle/>
              <a:p>
                <a:endParaRPr lang="en-US"/>
              </a:p>
            </p:txBody>
          </p:sp>
          <p:grpSp>
            <p:nvGrpSpPr>
              <p:cNvPr id="513" name="Group 35">
                <a:extLst>
                  <a:ext uri="{FF2B5EF4-FFF2-40B4-BE49-F238E27FC236}">
                    <a16:creationId xmlns:a16="http://schemas.microsoft.com/office/drawing/2014/main" id="{CB51434E-98BD-302E-8ADE-549DF96556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071"/>
                <a:ext cx="746" cy="349"/>
                <a:chOff x="1131" y="1229"/>
                <a:chExt cx="746" cy="349"/>
              </a:xfrm>
            </p:grpSpPr>
            <p:sp>
              <p:nvSpPr>
                <p:cNvPr id="514" name="Freeform 36">
                  <a:extLst>
                    <a:ext uri="{FF2B5EF4-FFF2-40B4-BE49-F238E27FC236}">
                      <a16:creationId xmlns:a16="http://schemas.microsoft.com/office/drawing/2014/main" id="{C7BAD62B-FB0B-E227-AC39-349B56A115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88" y="1410"/>
                  <a:ext cx="499" cy="63"/>
                </a:xfrm>
                <a:custGeom>
                  <a:avLst/>
                  <a:gdLst>
                    <a:gd name="T0" fmla="*/ 116 w 481"/>
                    <a:gd name="T1" fmla="*/ 4 h 228"/>
                    <a:gd name="T2" fmla="*/ 0 w 481"/>
                    <a:gd name="T3" fmla="*/ 2 h 228"/>
                    <a:gd name="T4" fmla="*/ 94 w 481"/>
                    <a:gd name="T5" fmla="*/ 5 h 228"/>
                    <a:gd name="T6" fmla="*/ 207 w 481"/>
                    <a:gd name="T7" fmla="*/ 2 h 228"/>
                    <a:gd name="T8" fmla="*/ 310 w 481"/>
                    <a:gd name="T9" fmla="*/ 4 h 228"/>
                    <a:gd name="T10" fmla="*/ 353 w 481"/>
                    <a:gd name="T11" fmla="*/ 1 h 228"/>
                    <a:gd name="T12" fmla="*/ 537 w 481"/>
                    <a:gd name="T13" fmla="*/ 3 h 228"/>
                    <a:gd name="T14" fmla="*/ 349 w 481"/>
                    <a:gd name="T15" fmla="*/ 0 h 228"/>
                    <a:gd name="T16" fmla="*/ 284 w 481"/>
                    <a:gd name="T17" fmla="*/ 2 h 228"/>
                    <a:gd name="T18" fmla="*/ 201 w 481"/>
                    <a:gd name="T19" fmla="*/ 1 h 228"/>
                    <a:gd name="T20" fmla="*/ 116 w 481"/>
                    <a:gd name="T21" fmla="*/ 4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Freeform 37">
                  <a:extLst>
                    <a:ext uri="{FF2B5EF4-FFF2-40B4-BE49-F238E27FC236}">
                      <a16:creationId xmlns:a16="http://schemas.microsoft.com/office/drawing/2014/main" id="{72DA5BA0-C77B-2AFD-BD77-5C336B05C1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32" y="1503"/>
                  <a:ext cx="545" cy="53"/>
                </a:xfrm>
                <a:custGeom>
                  <a:avLst/>
                  <a:gdLst>
                    <a:gd name="T0" fmla="*/ 152 w 481"/>
                    <a:gd name="T1" fmla="*/ 2 h 228"/>
                    <a:gd name="T2" fmla="*/ 0 w 481"/>
                    <a:gd name="T3" fmla="*/ 1 h 228"/>
                    <a:gd name="T4" fmla="*/ 124 w 481"/>
                    <a:gd name="T5" fmla="*/ 3 h 228"/>
                    <a:gd name="T6" fmla="*/ 271 w 481"/>
                    <a:gd name="T7" fmla="*/ 1 h 228"/>
                    <a:gd name="T8" fmla="*/ 405 w 481"/>
                    <a:gd name="T9" fmla="*/ 2 h 228"/>
                    <a:gd name="T10" fmla="*/ 460 w 481"/>
                    <a:gd name="T11" fmla="*/ 1 h 228"/>
                    <a:gd name="T12" fmla="*/ 700 w 481"/>
                    <a:gd name="T13" fmla="*/ 2 h 228"/>
                    <a:gd name="T14" fmla="*/ 454 w 481"/>
                    <a:gd name="T15" fmla="*/ 0 h 228"/>
                    <a:gd name="T16" fmla="*/ 369 w 481"/>
                    <a:gd name="T17" fmla="*/ 1 h 228"/>
                    <a:gd name="T18" fmla="*/ 262 w 481"/>
                    <a:gd name="T19" fmla="*/ 0 h 228"/>
                    <a:gd name="T20" fmla="*/ 152 w 481"/>
                    <a:gd name="T21" fmla="*/ 2 h 22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81" h="228">
                      <a:moveTo>
                        <a:pt x="104" y="173"/>
                      </a:moveTo>
                      <a:lnTo>
                        <a:pt x="0" y="79"/>
                      </a:lnTo>
                      <a:lnTo>
                        <a:pt x="85" y="228"/>
                      </a:lnTo>
                      <a:lnTo>
                        <a:pt x="186" y="87"/>
                      </a:lnTo>
                      <a:lnTo>
                        <a:pt x="278" y="167"/>
                      </a:lnTo>
                      <a:lnTo>
                        <a:pt x="316" y="48"/>
                      </a:lnTo>
                      <a:lnTo>
                        <a:pt x="481" y="141"/>
                      </a:lnTo>
                      <a:lnTo>
                        <a:pt x="312" y="0"/>
                      </a:lnTo>
                      <a:lnTo>
                        <a:pt x="254" y="102"/>
                      </a:lnTo>
                      <a:lnTo>
                        <a:pt x="180" y="41"/>
                      </a:lnTo>
                      <a:lnTo>
                        <a:pt x="104" y="17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16" name="Group 38">
                  <a:extLst>
                    <a:ext uri="{FF2B5EF4-FFF2-40B4-BE49-F238E27FC236}">
                      <a16:creationId xmlns:a16="http://schemas.microsoft.com/office/drawing/2014/main" id="{1BD2F0D8-0AAF-1A7D-52FF-2693568C4E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1" y="1229"/>
                  <a:ext cx="408" cy="349"/>
                  <a:chOff x="3647" y="660"/>
                  <a:chExt cx="408" cy="349"/>
                </a:xfrm>
              </p:grpSpPr>
              <p:sp>
                <p:nvSpPr>
                  <p:cNvPr id="517" name="Freeform 39">
                    <a:extLst>
                      <a:ext uri="{FF2B5EF4-FFF2-40B4-BE49-F238E27FC236}">
                        <a16:creationId xmlns:a16="http://schemas.microsoft.com/office/drawing/2014/main" id="{52BD9B67-34D7-F5CE-84E8-753D7F0E49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5" y="679"/>
                    <a:ext cx="385" cy="315"/>
                  </a:xfrm>
                  <a:custGeom>
                    <a:avLst/>
                    <a:gdLst>
                      <a:gd name="T0" fmla="*/ 251 w 385"/>
                      <a:gd name="T1" fmla="*/ 315 h 315"/>
                      <a:gd name="T2" fmla="*/ 213 w 385"/>
                      <a:gd name="T3" fmla="*/ 313 h 315"/>
                      <a:gd name="T4" fmla="*/ 97 w 385"/>
                      <a:gd name="T5" fmla="*/ 247 h 315"/>
                      <a:gd name="T6" fmla="*/ 0 w 385"/>
                      <a:gd name="T7" fmla="*/ 183 h 315"/>
                      <a:gd name="T8" fmla="*/ 69 w 385"/>
                      <a:gd name="T9" fmla="*/ 72 h 315"/>
                      <a:gd name="T10" fmla="*/ 110 w 385"/>
                      <a:gd name="T11" fmla="*/ 0 h 315"/>
                      <a:gd name="T12" fmla="*/ 205 w 385"/>
                      <a:gd name="T13" fmla="*/ 58 h 315"/>
                      <a:gd name="T14" fmla="*/ 311 w 385"/>
                      <a:gd name="T15" fmla="*/ 118 h 315"/>
                      <a:gd name="T16" fmla="*/ 385 w 385"/>
                      <a:gd name="T17" fmla="*/ 177 h 315"/>
                      <a:gd name="T18" fmla="*/ 307 w 385"/>
                      <a:gd name="T19" fmla="*/ 272 h 315"/>
                      <a:gd name="T20" fmla="*/ 267 w 385"/>
                      <a:gd name="T21" fmla="*/ 309 h 315"/>
                      <a:gd name="T22" fmla="*/ 251 w 385"/>
                      <a:gd name="T23" fmla="*/ 315 h 315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85" h="315">
                        <a:moveTo>
                          <a:pt x="251" y="315"/>
                        </a:moveTo>
                        <a:lnTo>
                          <a:pt x="213" y="313"/>
                        </a:lnTo>
                        <a:lnTo>
                          <a:pt x="97" y="247"/>
                        </a:lnTo>
                        <a:lnTo>
                          <a:pt x="0" y="183"/>
                        </a:lnTo>
                        <a:lnTo>
                          <a:pt x="69" y="72"/>
                        </a:lnTo>
                        <a:lnTo>
                          <a:pt x="110" y="0"/>
                        </a:lnTo>
                        <a:lnTo>
                          <a:pt x="205" y="58"/>
                        </a:lnTo>
                        <a:lnTo>
                          <a:pt x="311" y="118"/>
                        </a:lnTo>
                        <a:lnTo>
                          <a:pt x="385" y="177"/>
                        </a:lnTo>
                        <a:lnTo>
                          <a:pt x="307" y="272"/>
                        </a:lnTo>
                        <a:lnTo>
                          <a:pt x="267" y="309"/>
                        </a:lnTo>
                        <a:lnTo>
                          <a:pt x="251" y="315"/>
                        </a:lnTo>
                        <a:close/>
                      </a:path>
                    </a:pathLst>
                  </a:custGeom>
                  <a:solidFill>
                    <a:srgbClr val="FF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672" name="Group 40">
                    <a:extLst>
                      <a:ext uri="{FF2B5EF4-FFF2-40B4-BE49-F238E27FC236}">
                        <a16:creationId xmlns:a16="http://schemas.microsoft.com/office/drawing/2014/main" id="{09717F1A-A098-C846-0559-4874DB0324B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7" y="660"/>
                    <a:ext cx="408" cy="349"/>
                    <a:chOff x="3647" y="660"/>
                    <a:chExt cx="408" cy="349"/>
                  </a:xfrm>
                </p:grpSpPr>
                <p:sp>
                  <p:nvSpPr>
                    <p:cNvPr id="673" name="Freeform 41">
                      <a:extLst>
                        <a:ext uri="{FF2B5EF4-FFF2-40B4-BE49-F238E27FC236}">
                          <a16:creationId xmlns:a16="http://schemas.microsoft.com/office/drawing/2014/main" id="{5BFF6CEE-9CD1-9B9A-ED56-FA2406C1AE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7" y="660"/>
                      <a:ext cx="408" cy="349"/>
                    </a:xfrm>
                    <a:custGeom>
                      <a:avLst/>
                      <a:gdLst>
                        <a:gd name="T0" fmla="*/ 228 w 408"/>
                        <a:gd name="T1" fmla="*/ 316 h 349"/>
                        <a:gd name="T2" fmla="*/ 149 w 408"/>
                        <a:gd name="T3" fmla="*/ 274 h 349"/>
                        <a:gd name="T4" fmla="*/ 143 w 408"/>
                        <a:gd name="T5" fmla="*/ 276 h 349"/>
                        <a:gd name="T6" fmla="*/ 82 w 408"/>
                        <a:gd name="T7" fmla="*/ 235 h 349"/>
                        <a:gd name="T8" fmla="*/ 27 w 408"/>
                        <a:gd name="T9" fmla="*/ 194 h 349"/>
                        <a:gd name="T10" fmla="*/ 58 w 408"/>
                        <a:gd name="T11" fmla="*/ 157 h 349"/>
                        <a:gd name="T12" fmla="*/ 118 w 408"/>
                        <a:gd name="T13" fmla="*/ 46 h 349"/>
                        <a:gd name="T14" fmla="*/ 124 w 408"/>
                        <a:gd name="T15" fmla="*/ 33 h 349"/>
                        <a:gd name="T16" fmla="*/ 186 w 408"/>
                        <a:gd name="T17" fmla="*/ 81 h 349"/>
                        <a:gd name="T18" fmla="*/ 267 w 408"/>
                        <a:gd name="T19" fmla="*/ 126 h 349"/>
                        <a:gd name="T20" fmla="*/ 333 w 408"/>
                        <a:gd name="T21" fmla="*/ 160 h 349"/>
                        <a:gd name="T22" fmla="*/ 375 w 408"/>
                        <a:gd name="T23" fmla="*/ 196 h 349"/>
                        <a:gd name="T24" fmla="*/ 346 w 408"/>
                        <a:gd name="T25" fmla="*/ 237 h 349"/>
                        <a:gd name="T26" fmla="*/ 312 w 408"/>
                        <a:gd name="T27" fmla="*/ 274 h 349"/>
                        <a:gd name="T28" fmla="*/ 287 w 408"/>
                        <a:gd name="T29" fmla="*/ 303 h 349"/>
                        <a:gd name="T30" fmla="*/ 271 w 408"/>
                        <a:gd name="T31" fmla="*/ 318 h 349"/>
                        <a:gd name="T32" fmla="*/ 265 w 408"/>
                        <a:gd name="T33" fmla="*/ 320 h 349"/>
                        <a:gd name="T34" fmla="*/ 246 w 408"/>
                        <a:gd name="T35" fmla="*/ 320 h 349"/>
                        <a:gd name="T36" fmla="*/ 238 w 408"/>
                        <a:gd name="T37" fmla="*/ 339 h 349"/>
                        <a:gd name="T38" fmla="*/ 256 w 408"/>
                        <a:gd name="T39" fmla="*/ 349 h 349"/>
                        <a:gd name="T40" fmla="*/ 290 w 408"/>
                        <a:gd name="T41" fmla="*/ 339 h 349"/>
                        <a:gd name="T42" fmla="*/ 337 w 408"/>
                        <a:gd name="T43" fmla="*/ 281 h 349"/>
                        <a:gd name="T44" fmla="*/ 389 w 408"/>
                        <a:gd name="T45" fmla="*/ 227 h 349"/>
                        <a:gd name="T46" fmla="*/ 406 w 408"/>
                        <a:gd name="T47" fmla="*/ 204 h 349"/>
                        <a:gd name="T48" fmla="*/ 408 w 408"/>
                        <a:gd name="T49" fmla="*/ 190 h 349"/>
                        <a:gd name="T50" fmla="*/ 375 w 408"/>
                        <a:gd name="T51" fmla="*/ 162 h 349"/>
                        <a:gd name="T52" fmla="*/ 333 w 408"/>
                        <a:gd name="T53" fmla="*/ 131 h 349"/>
                        <a:gd name="T54" fmla="*/ 277 w 408"/>
                        <a:gd name="T55" fmla="*/ 99 h 349"/>
                        <a:gd name="T56" fmla="*/ 225 w 408"/>
                        <a:gd name="T57" fmla="*/ 72 h 349"/>
                        <a:gd name="T58" fmla="*/ 184 w 408"/>
                        <a:gd name="T59" fmla="*/ 43 h 349"/>
                        <a:gd name="T60" fmla="*/ 141 w 408"/>
                        <a:gd name="T61" fmla="*/ 14 h 349"/>
                        <a:gd name="T62" fmla="*/ 120 w 408"/>
                        <a:gd name="T63" fmla="*/ 0 h 349"/>
                        <a:gd name="T64" fmla="*/ 105 w 408"/>
                        <a:gd name="T65" fmla="*/ 2 h 349"/>
                        <a:gd name="T66" fmla="*/ 93 w 408"/>
                        <a:gd name="T67" fmla="*/ 21 h 349"/>
                        <a:gd name="T68" fmla="*/ 68 w 408"/>
                        <a:gd name="T69" fmla="*/ 87 h 349"/>
                        <a:gd name="T70" fmla="*/ 37 w 408"/>
                        <a:gd name="T71" fmla="*/ 135 h 349"/>
                        <a:gd name="T72" fmla="*/ 14 w 408"/>
                        <a:gd name="T73" fmla="*/ 170 h 349"/>
                        <a:gd name="T74" fmla="*/ 0 w 408"/>
                        <a:gd name="T75" fmla="*/ 192 h 349"/>
                        <a:gd name="T76" fmla="*/ 4 w 408"/>
                        <a:gd name="T77" fmla="*/ 214 h 349"/>
                        <a:gd name="T78" fmla="*/ 47 w 408"/>
                        <a:gd name="T79" fmla="*/ 239 h 349"/>
                        <a:gd name="T80" fmla="*/ 47 w 408"/>
                        <a:gd name="T81" fmla="*/ 245 h 349"/>
                        <a:gd name="T82" fmla="*/ 101 w 408"/>
                        <a:gd name="T83" fmla="*/ 277 h 349"/>
                        <a:gd name="T84" fmla="*/ 143 w 408"/>
                        <a:gd name="T85" fmla="*/ 299 h 349"/>
                        <a:gd name="T86" fmla="*/ 198 w 408"/>
                        <a:gd name="T87" fmla="*/ 330 h 349"/>
                        <a:gd name="T88" fmla="*/ 230 w 408"/>
                        <a:gd name="T89" fmla="*/ 341 h 349"/>
                        <a:gd name="T90" fmla="*/ 228 w 408"/>
                        <a:gd name="T91" fmla="*/ 316 h 349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408" h="349">
                          <a:moveTo>
                            <a:pt x="228" y="316"/>
                          </a:moveTo>
                          <a:lnTo>
                            <a:pt x="149" y="274"/>
                          </a:lnTo>
                          <a:lnTo>
                            <a:pt x="143" y="276"/>
                          </a:lnTo>
                          <a:lnTo>
                            <a:pt x="82" y="235"/>
                          </a:lnTo>
                          <a:lnTo>
                            <a:pt x="27" y="194"/>
                          </a:lnTo>
                          <a:lnTo>
                            <a:pt x="58" y="157"/>
                          </a:lnTo>
                          <a:lnTo>
                            <a:pt x="118" y="46"/>
                          </a:lnTo>
                          <a:lnTo>
                            <a:pt x="124" y="33"/>
                          </a:lnTo>
                          <a:lnTo>
                            <a:pt x="186" y="81"/>
                          </a:lnTo>
                          <a:lnTo>
                            <a:pt x="267" y="126"/>
                          </a:lnTo>
                          <a:lnTo>
                            <a:pt x="333" y="160"/>
                          </a:lnTo>
                          <a:lnTo>
                            <a:pt x="375" y="196"/>
                          </a:lnTo>
                          <a:lnTo>
                            <a:pt x="346" y="237"/>
                          </a:lnTo>
                          <a:lnTo>
                            <a:pt x="312" y="274"/>
                          </a:lnTo>
                          <a:lnTo>
                            <a:pt x="287" y="303"/>
                          </a:lnTo>
                          <a:lnTo>
                            <a:pt x="271" y="318"/>
                          </a:lnTo>
                          <a:lnTo>
                            <a:pt x="265" y="320"/>
                          </a:lnTo>
                          <a:lnTo>
                            <a:pt x="246" y="320"/>
                          </a:lnTo>
                          <a:lnTo>
                            <a:pt x="238" y="339"/>
                          </a:lnTo>
                          <a:lnTo>
                            <a:pt x="256" y="349"/>
                          </a:lnTo>
                          <a:lnTo>
                            <a:pt x="290" y="339"/>
                          </a:lnTo>
                          <a:lnTo>
                            <a:pt x="337" y="281"/>
                          </a:lnTo>
                          <a:lnTo>
                            <a:pt x="389" y="227"/>
                          </a:lnTo>
                          <a:lnTo>
                            <a:pt x="406" y="204"/>
                          </a:lnTo>
                          <a:lnTo>
                            <a:pt x="408" y="190"/>
                          </a:lnTo>
                          <a:lnTo>
                            <a:pt x="375" y="162"/>
                          </a:lnTo>
                          <a:lnTo>
                            <a:pt x="333" y="131"/>
                          </a:lnTo>
                          <a:lnTo>
                            <a:pt x="277" y="99"/>
                          </a:lnTo>
                          <a:lnTo>
                            <a:pt x="225" y="72"/>
                          </a:lnTo>
                          <a:lnTo>
                            <a:pt x="184" y="43"/>
                          </a:lnTo>
                          <a:lnTo>
                            <a:pt x="141" y="14"/>
                          </a:lnTo>
                          <a:lnTo>
                            <a:pt x="120" y="0"/>
                          </a:lnTo>
                          <a:lnTo>
                            <a:pt x="105" y="2"/>
                          </a:lnTo>
                          <a:lnTo>
                            <a:pt x="93" y="21"/>
                          </a:lnTo>
                          <a:lnTo>
                            <a:pt x="68" y="87"/>
                          </a:lnTo>
                          <a:lnTo>
                            <a:pt x="37" y="135"/>
                          </a:lnTo>
                          <a:lnTo>
                            <a:pt x="14" y="170"/>
                          </a:lnTo>
                          <a:lnTo>
                            <a:pt x="0" y="192"/>
                          </a:lnTo>
                          <a:lnTo>
                            <a:pt x="4" y="214"/>
                          </a:lnTo>
                          <a:lnTo>
                            <a:pt x="47" y="239"/>
                          </a:lnTo>
                          <a:lnTo>
                            <a:pt x="47" y="245"/>
                          </a:lnTo>
                          <a:lnTo>
                            <a:pt x="101" y="277"/>
                          </a:lnTo>
                          <a:lnTo>
                            <a:pt x="143" y="299"/>
                          </a:lnTo>
                          <a:lnTo>
                            <a:pt x="198" y="330"/>
                          </a:lnTo>
                          <a:lnTo>
                            <a:pt x="230" y="341"/>
                          </a:lnTo>
                          <a:lnTo>
                            <a:pt x="228" y="316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4" name="Freeform 42">
                      <a:extLst>
                        <a:ext uri="{FF2B5EF4-FFF2-40B4-BE49-F238E27FC236}">
                          <a16:creationId xmlns:a16="http://schemas.microsoft.com/office/drawing/2014/main" id="{1E5E15A2-A843-6E53-62F1-523F3495E8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1" y="704"/>
                      <a:ext cx="335" cy="260"/>
                    </a:xfrm>
                    <a:custGeom>
                      <a:avLst/>
                      <a:gdLst>
                        <a:gd name="T0" fmla="*/ 62 w 335"/>
                        <a:gd name="T1" fmla="*/ 0 h 260"/>
                        <a:gd name="T2" fmla="*/ 118 w 335"/>
                        <a:gd name="T3" fmla="*/ 109 h 260"/>
                        <a:gd name="T4" fmla="*/ 149 w 335"/>
                        <a:gd name="T5" fmla="*/ 150 h 260"/>
                        <a:gd name="T6" fmla="*/ 178 w 335"/>
                        <a:gd name="T7" fmla="*/ 156 h 260"/>
                        <a:gd name="T8" fmla="*/ 271 w 335"/>
                        <a:gd name="T9" fmla="*/ 160 h 260"/>
                        <a:gd name="T10" fmla="*/ 335 w 335"/>
                        <a:gd name="T11" fmla="*/ 156 h 260"/>
                        <a:gd name="T12" fmla="*/ 321 w 335"/>
                        <a:gd name="T13" fmla="*/ 177 h 260"/>
                        <a:gd name="T14" fmla="*/ 232 w 335"/>
                        <a:gd name="T15" fmla="*/ 183 h 260"/>
                        <a:gd name="T16" fmla="*/ 263 w 335"/>
                        <a:gd name="T17" fmla="*/ 241 h 260"/>
                        <a:gd name="T18" fmla="*/ 244 w 335"/>
                        <a:gd name="T19" fmla="*/ 260 h 260"/>
                        <a:gd name="T20" fmla="*/ 211 w 335"/>
                        <a:gd name="T21" fmla="*/ 185 h 260"/>
                        <a:gd name="T22" fmla="*/ 151 w 335"/>
                        <a:gd name="T23" fmla="*/ 183 h 260"/>
                        <a:gd name="T24" fmla="*/ 135 w 335"/>
                        <a:gd name="T25" fmla="*/ 177 h 260"/>
                        <a:gd name="T26" fmla="*/ 118 w 335"/>
                        <a:gd name="T27" fmla="*/ 162 h 260"/>
                        <a:gd name="T28" fmla="*/ 89 w 335"/>
                        <a:gd name="T29" fmla="*/ 107 h 260"/>
                        <a:gd name="T30" fmla="*/ 0 w 335"/>
                        <a:gd name="T31" fmla="*/ 107 h 260"/>
                        <a:gd name="T32" fmla="*/ 21 w 335"/>
                        <a:gd name="T33" fmla="*/ 84 h 260"/>
                        <a:gd name="T34" fmla="*/ 79 w 335"/>
                        <a:gd name="T35" fmla="*/ 86 h 260"/>
                        <a:gd name="T36" fmla="*/ 50 w 335"/>
                        <a:gd name="T37" fmla="*/ 24 h 260"/>
                        <a:gd name="T38" fmla="*/ 64 w 335"/>
                        <a:gd name="T39" fmla="*/ 8 h 260"/>
                        <a:gd name="T40" fmla="*/ 62 w 335"/>
                        <a:gd name="T41" fmla="*/ 0 h 260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0" t="0" r="r" b="b"/>
                      <a:pathLst>
                        <a:path w="335" h="260">
                          <a:moveTo>
                            <a:pt x="62" y="0"/>
                          </a:moveTo>
                          <a:lnTo>
                            <a:pt x="118" y="109"/>
                          </a:lnTo>
                          <a:lnTo>
                            <a:pt x="149" y="150"/>
                          </a:lnTo>
                          <a:lnTo>
                            <a:pt x="178" y="156"/>
                          </a:lnTo>
                          <a:lnTo>
                            <a:pt x="271" y="160"/>
                          </a:lnTo>
                          <a:lnTo>
                            <a:pt x="335" y="156"/>
                          </a:lnTo>
                          <a:lnTo>
                            <a:pt x="321" y="177"/>
                          </a:lnTo>
                          <a:lnTo>
                            <a:pt x="232" y="183"/>
                          </a:lnTo>
                          <a:lnTo>
                            <a:pt x="263" y="241"/>
                          </a:lnTo>
                          <a:lnTo>
                            <a:pt x="244" y="260"/>
                          </a:lnTo>
                          <a:lnTo>
                            <a:pt x="211" y="185"/>
                          </a:lnTo>
                          <a:lnTo>
                            <a:pt x="151" y="183"/>
                          </a:lnTo>
                          <a:lnTo>
                            <a:pt x="135" y="177"/>
                          </a:lnTo>
                          <a:lnTo>
                            <a:pt x="118" y="162"/>
                          </a:lnTo>
                          <a:lnTo>
                            <a:pt x="89" y="107"/>
                          </a:lnTo>
                          <a:lnTo>
                            <a:pt x="0" y="107"/>
                          </a:lnTo>
                          <a:lnTo>
                            <a:pt x="21" y="84"/>
                          </a:lnTo>
                          <a:lnTo>
                            <a:pt x="79" y="86"/>
                          </a:lnTo>
                          <a:lnTo>
                            <a:pt x="50" y="24"/>
                          </a:lnTo>
                          <a:lnTo>
                            <a:pt x="64" y="8"/>
                          </a:lnTo>
                          <a:lnTo>
                            <a:pt x="62" y="0"/>
                          </a:lnTo>
                          <a:close/>
                        </a:path>
                      </a:pathLst>
                    </a:custGeom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0F45C02D-F079-5CB3-0834-2ED484591D10}"/>
                </a:ext>
              </a:extLst>
            </p:cNvPr>
            <p:cNvSpPr txBox="1"/>
            <p:nvPr/>
          </p:nvSpPr>
          <p:spPr>
            <a:xfrm>
              <a:off x="6958366" y="5850164"/>
              <a:ext cx="1117383" cy="354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6.7.8.0/24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8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A80C-50B4-3520-49D2-8E7D088C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BBA1DB69-7586-15D5-2AB9-1F5A49304A98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007D25C5-203D-8080-467B-86B1F0AB28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5B44D521-4D11-C12E-02D2-2E7D87A72E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2467C76A-EA7E-0DB9-2881-63622323E026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C097D4CD-46F2-FFB6-B3E4-AD503D67FA66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BC9A6766-ADDD-F39E-6E7E-DA23FE4CF4AC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82E9615F-A31D-663F-F153-0A77D66B04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00324BEB-D084-AB9D-9CEB-4003F7989E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DB454A32-711B-DBE6-4AB6-09DC1191A6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018657EC-9E9A-4CAD-8982-FD098DC0FA5A}"/>
              </a:ext>
            </a:extLst>
          </p:cNvPr>
          <p:cNvSpPr txBox="1"/>
          <p:nvPr/>
        </p:nvSpPr>
        <p:spPr>
          <a:xfrm>
            <a:off x="9214904" y="5733711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3E7B3CA6-0A56-2D9F-9C71-82A0BDDA1C7A}"/>
              </a:ext>
            </a:extLst>
          </p:cNvPr>
          <p:cNvSpPr txBox="1"/>
          <p:nvPr/>
        </p:nvSpPr>
        <p:spPr>
          <a:xfrm>
            <a:off x="7773939" y="392313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FCDCF2BE-6E85-7D21-9514-BB5C54EFDD53}"/>
              </a:ext>
            </a:extLst>
          </p:cNvPr>
          <p:cNvSpPr txBox="1"/>
          <p:nvPr/>
        </p:nvSpPr>
        <p:spPr>
          <a:xfrm>
            <a:off x="6194044" y="217731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7D9C71AB-0C37-2D82-6C22-CECEA746AC89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2DE8C585-51CA-1B0C-1A59-ED86393C18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486B10CE-AFD5-27A6-4D5E-E57291E69AE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4733C413-6B0A-BD6C-D517-0E74FA3B97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3874A390-38DD-4A57-E13D-90F0DC8AA35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30E1A16E-4422-17A5-B194-1CA999C8D85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32E6E198-3B50-1949-64DB-56E09C047F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6C5A4836-0F8B-1ECD-B8BA-80652B18C2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F5048774-4767-0291-4415-E37A4FB4C6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60786F65-39BE-E4EB-EB24-D301010E45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1ED0380F-2FBC-5A7B-0525-EE9D8C551A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B78B9638-57B7-37BB-0FFB-AB24B77AA4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792B6F84-4B3C-77DB-0D34-E8B0B4296F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F8EFF4B8-1DF9-CFF2-9FA2-D1D2F9434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B1D08814-F437-E124-2238-AC0FADDF839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317A45BF-6960-5BE7-B87F-C4E3F47182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C80012B0-A848-00F6-8B1C-76D17E8DD9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018DED9E-69B9-5ED5-2A12-7156C363D9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6DE36A2F-C40E-79D5-F244-579F7C62A9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64F878AB-C4FE-6E77-BB64-099F64156E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E8CC4CAA-1FA1-48CA-59F4-03C52D0F39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7E5D4AC1-2C14-FC8C-BD18-58CE01B0F6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A3B8B1B4-1582-40CF-CDD4-AFD6BB8AE6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93C20B8C-A622-3E39-B046-275B3692841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96724AD5-1ED7-5890-4024-4E7D48CA5A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4E7ED1F0-FC06-AA37-65E4-56F6C4731C77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A3E6B57F-D63F-BA2F-642E-2CDFB42C38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645965D6-067D-FD9E-C008-A07CA0D1941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F6F1C49E-5348-C950-498A-28C2DE484C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D5406014-0C35-E82D-DDDC-78D05696E6C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62752257-F04A-E6E8-2B6E-1B1D4C45B04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8AC63B5E-EBCF-1409-8EC1-3128D4B1F1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AC26D2C1-F185-73D2-7F15-AA72A4D214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D4F18E11-1396-7657-0C4C-6C4771E9CE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7DC09749-D6F7-AFE3-E083-A6F4F0CAD5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06BCFFEB-3C36-D288-FE14-B232380AA3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3D4FD459-DB2F-A111-49CF-E112F8001F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D8C6F882-6AAA-9F2B-350A-49276D1C20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9D321040-F5F2-E017-2238-EC27DB13B1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FDA4E2CB-400A-934A-7003-4C554EBEE3C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E55F475F-1253-4870-E070-4E633620DF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E9C5A88E-FF20-1C63-441E-3929D1078F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09937893-3BA9-3789-B691-899BE8C889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8EA88BCD-A16B-C794-9316-95D9226BFE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1FA5F69C-427D-786B-A7C3-84461621C5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C0230C1C-56B1-FE42-DB33-B2E927B7A0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F997E33E-31B0-E491-D91D-8CA98BC198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0D2C5BC2-4119-C249-F54A-E275C9E69C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D8F5B96E-B185-E6CB-3B6C-5E67E5CF1B4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7F752CF8-075E-37E8-4BD6-FE4BAC9EC00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B2B57A6A-A65A-BD19-56DF-8B9BAB53CF4E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00CFBC27-DB78-9BEC-0F58-1456FB58A4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24356532-7949-E605-0355-D9A7945A718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6F4DECD5-695F-341E-2E29-F288C82C77A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AB34138E-056F-BFA6-CD1F-F20C710D07F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95CC9BD3-2966-7562-C58E-7008D84EECE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CAA59632-BE4C-31FA-6972-7AC56F612A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AACC1041-3098-75C7-CB5C-B2A426C314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4653385F-D8A9-7A58-30E1-1B81B805FC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19170141-C306-9A61-BEF3-11100D78FA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0CDB3431-5FFC-0ECA-6C11-A6461FB381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FC3895E4-20A6-B30F-A9E8-9A21696423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A3F14AF6-F1A8-E345-CAA2-97BC65B4D6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A7E8A668-26CF-0F6E-CF3D-4FC1BF0270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6E3C31E1-5313-F4DF-FFCD-1674A810A80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5CC8745A-6616-B4A3-FBCA-2588F1E355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8A1F0DC4-205E-7B98-B99E-0C6CB2CDE0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8CBCB219-A79F-AF58-E6D3-0BEFA45DEB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BE0668A5-ED5C-65F0-F7CB-A265087DA2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A5E43CF7-D93C-F68E-1994-E0E1130A036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37C7BEBB-2AAE-9623-588B-9D17D9D6C8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0339764A-A46B-4B48-7C13-3CEC369E96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9DB6587F-F11B-B21B-2D86-6CF080C7B1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422E5A0B-42C7-0F7F-63A5-408D79C64EC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5A86B324-0C89-DAF0-721B-C685B98F06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A31FBD06-73E8-B9CC-AD3A-8E42E2324C8A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2FB80996-EB06-995B-F175-91A9C19887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F89EB342-A124-1501-1C4A-D6D1A3B6242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7AAFB851-DC6D-56A2-2844-95E6E6CE2B6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FC2398C3-33DD-4FA3-342C-B330929E35D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A2FD75C0-B9AC-2017-D3F2-294D7727116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0A54AF01-D6C8-74EB-08EB-52C0832C62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D4FCE614-1C48-739C-69EF-EE111438C5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B52B9D88-BA2B-6E2B-FB48-9BCBEAAA8C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A832835D-C0AD-B155-D6D1-2C2021B629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F5FEE88C-0CA1-A8B4-F6F3-67036EEFC0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DDBA1CB3-2B70-3F74-67E1-49E812E689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E7254C83-DDD8-42C2-D312-3ABFE01612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4B8D15F3-5A8A-16D1-9E76-74FC6C331B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797D3C98-5B89-F228-13B4-3138063209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87D0BEAA-CDFC-F9F2-E2A4-C83CEC3962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E92E91DD-3C16-8C2C-6E7D-97F763132E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4DBA86F9-B4BF-57FD-F620-4CB3C11256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6A931271-8E95-217C-41A5-C604C3EEDD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641B84FC-7DED-2D76-C76D-EF45B9D617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B683024D-2A5D-478C-4349-38F5AABE15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F715819E-28BD-32E4-AA75-640CE9729E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E9C4AC77-25E6-971F-BD81-FE321B61A2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3891538E-D5EA-716E-15FA-D1F6CCFF4B2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856CFE0D-108B-0DCD-C3F0-461209CCFB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0779E1BC-8469-F554-C22E-85A7283740B7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BCA68888-06D0-60C2-BA35-59ED7B620A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EB433B1A-807A-657B-4A48-7B162A2B1DF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1006AB13-D58B-788D-9D5E-D23C7DC6A4F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90E0C112-78DA-D863-5217-5054855A063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A5C30706-0653-8C7F-1653-D3DAC24095A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FB899EBC-943E-89BB-A985-3D531046CC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DC88290A-5E91-5551-DE16-08AD4D2CCC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8E3A1A97-846B-45A9-7CE9-8DF7BC4EAF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BC5503DA-BF2B-1C63-BF62-BBD348DC04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C4DA0CD3-9786-1FA9-FFC0-7226920004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E986EEC9-35BB-2C5B-C9EB-D0558CA4FE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526E54BB-2428-09E7-2F9C-4263818DF2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7E2A1DC3-E459-05F6-65D3-3E14F5A705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2AE804FD-D5F0-E63A-6293-08D4BC8C4A4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205EE392-1C7F-9531-2409-DF8D86AE05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F2AB4761-6921-CE4F-26DC-879C108D0C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8562CD89-B6C9-1F45-3DC1-225046611D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CD69AF37-CB28-2AA2-58AD-7ADC443CCD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62F9723E-B51E-6496-FFA6-FA90288E47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CB29B85E-F25B-14AD-C711-87905A5384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463919D9-97B9-AB49-3E4F-B5158DBF39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B0FC01A6-6937-DD51-E63F-FCCF22DE6F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856B1BD4-1B89-AE65-EE45-9D1DF93E195F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0864C0A1-C9E3-AB92-DC1A-1AF282BC48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58DAB16C-B8AA-39DF-55C5-5C57F379683E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8C3856D-056E-0860-DE92-AA5DABDAF6EC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06733B5D-4FD8-A978-4D5E-B67488F3F1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BEBFC7C0-F75B-2E91-822A-4ED5F5B1F8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D2C5513A-F808-F686-CBD4-81C5FB0E1AF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939AD343-7A30-515D-1DB4-D584E7239A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82EEA219-5532-CD2A-FA79-EA002A68709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93C61118-09CB-D363-DB23-FD98CEBA76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A5232C63-16D9-D700-35D1-100BFD1A6C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3F82459E-3193-21B1-C0A1-8C81D28FF3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B320BA0B-5A27-7BFC-9429-EE0B1749BE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0E8E6D3B-69EB-06DD-07D7-BD3666703C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F6971148-C67A-77AB-14BD-3EB279324B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EB1EDEFF-6457-5E0B-0ED1-28074FC5E9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C8BFCAD4-FD63-BA2F-628B-C85D04B387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6901F131-80BC-E66B-0D0C-8B89D69385A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B30F8EE4-4023-410B-2390-1891EB8205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1D569033-1887-EB15-40CD-CF1298C29A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497E0BB4-F693-FB5F-2457-4B6D103FD2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0FFF23B2-23C0-A873-DD0F-E9FD72E266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4E1A5D53-43B1-7318-9EE5-99FDF85B3A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4F8AC61C-89B3-ACD3-2850-FAA156C36F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78B26DC6-87BD-97B7-4ABF-927A1EB8F4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F6D387D8-DEB3-5EF3-0678-1BE5B3FC02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6BC653BC-9E83-D8BE-CAE6-2C065528FC9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F240AEE3-A653-B884-2E40-B98B1A7370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FE9479C3-771C-1153-DD6A-E564D106531D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6AE178-6846-465E-08D4-7ECA0597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BF4AAA1A-8AC9-1647-3361-A8E8CB13F9E7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DC420FFA-E424-4382-41D4-3F50C7B3EF3A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7C63B905-3AD2-0770-6DD7-63781747F8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7D90AC-7F8E-7101-B67A-205E3D22B95F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A624BB76-7A94-AFBF-B4B8-10826B42C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EEE70616-721B-BCCB-FF59-33E3A7E5C8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B6487F-A735-DAA4-84C0-74F0E7C97A62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66FF84CD-FA50-C46E-1109-5193040590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4FEB44BC-61E9-BA87-080B-9EE43148E6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7F86753C-34A2-E4BC-20C9-20A3F12A0F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99E5070D-5B10-A52C-4953-D2EFD7A1B4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A0154F66-2FDF-313F-97B9-66BF23AA3E3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117D015D-134A-31F6-34BF-1AED6AA5C4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285ADAF1-7958-1E44-3315-441D395DEB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58123F55-D8DA-1E27-1AFA-BC8DC5EF25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9A2333C0-F846-A346-699D-9E2A4875EF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E459D295-620E-D258-1D70-1D15FFB6ED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8737171B-2561-B4DA-F46C-600A85C9F0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BC89C54C-3AFA-41FB-4EA8-C43E2F9C79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B2CD6415-337F-C2BD-C1D6-3573847C7B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DF25205D-AD0B-1C56-BED5-536799375A9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95666F84-90D9-D2BD-73E4-D2E5EA097E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6FD99B6D-9B68-F366-0ABD-9D4D86B812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BEAAEDC3-493B-46E1-B225-40170F65CD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DB162E55-7067-532E-08D6-2E8F12BCEE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E4FFCDF1-38CA-ED57-E9A2-25A1826D67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AEF110A1-1D3D-E5EE-4A6E-3F1F3CDAFB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42296129-A271-6A2D-1973-BF7B3C0363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665DCC9E-A51D-C25C-DC70-A329AE1443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B9893F78-68EA-5C00-BE7D-B67A56D12E5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F4637EE8-6C8B-CF87-E5D0-B1EF39FF8E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DB1B24-414F-747D-D857-5C5B5C147A58}"/>
              </a:ext>
            </a:extLst>
          </p:cNvPr>
          <p:cNvSpPr txBox="1"/>
          <p:nvPr/>
        </p:nvSpPr>
        <p:spPr>
          <a:xfrm>
            <a:off x="5195144" y="121131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10.10.1.0/30</a:t>
            </a:r>
          </a:p>
        </p:txBody>
      </p:sp>
      <p:sp>
        <p:nvSpPr>
          <p:cNvPr id="4" name="Line 149">
            <a:extLst>
              <a:ext uri="{FF2B5EF4-FFF2-40B4-BE49-F238E27FC236}">
                <a16:creationId xmlns:a16="http://schemas.microsoft.com/office/drawing/2014/main" id="{C212A10E-2DBF-8EFB-AB12-9EBEA553E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415" y="1499781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" name="Text Box 153">
            <a:extLst>
              <a:ext uri="{FF2B5EF4-FFF2-40B4-BE49-F238E27FC236}">
                <a16:creationId xmlns:a16="http://schemas.microsoft.com/office/drawing/2014/main" id="{9AB15376-5361-A976-04A3-D1DB6A94B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681" y="1284487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6347B6-9C0E-1F11-5C26-AC51A8B2B018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053DA7AD-E47A-7F2C-F5E6-CA1CD0109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9775E889-D72B-3B29-99BC-7E197147465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E50FB2FE-3A86-53F2-4348-6C76B6C4B99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446657-8343-D307-A8A1-4C389EEC3E2B}"/>
              </a:ext>
            </a:extLst>
          </p:cNvPr>
          <p:cNvSpPr txBox="1"/>
          <p:nvPr/>
        </p:nvSpPr>
        <p:spPr>
          <a:xfrm>
            <a:off x="6768351" y="303252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10.30.1.0/30</a:t>
            </a:r>
          </a:p>
        </p:txBody>
      </p:sp>
      <p:sp>
        <p:nvSpPr>
          <p:cNvPr id="7" name="Line 149">
            <a:extLst>
              <a:ext uri="{FF2B5EF4-FFF2-40B4-BE49-F238E27FC236}">
                <a16:creationId xmlns:a16="http://schemas.microsoft.com/office/drawing/2014/main" id="{7B9390AA-4337-5DC5-F22C-C399B9F284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4670" y="3230562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D5A39732-2DF2-872B-65B3-34055F2E3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936" y="3015268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970E1E-328D-7F3A-7796-35EF7EC99E43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F6C0682C-6213-D0D0-4820-A3BA20841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9FB7D1A9-13AD-C71E-A1CB-31915697C70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F5C72B74-F746-CFB8-5D7E-F331735E845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6DB2037-2824-A56D-10E9-F6B28D2CD12A}"/>
              </a:ext>
            </a:extLst>
          </p:cNvPr>
          <p:cNvSpPr txBox="1"/>
          <p:nvPr/>
        </p:nvSpPr>
        <p:spPr>
          <a:xfrm>
            <a:off x="8254637" y="4782830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10.60.1.0/30</a:t>
            </a:r>
          </a:p>
        </p:txBody>
      </p:sp>
      <p:sp>
        <p:nvSpPr>
          <p:cNvPr id="54" name="Line 149">
            <a:extLst>
              <a:ext uri="{FF2B5EF4-FFF2-40B4-BE49-F238E27FC236}">
                <a16:creationId xmlns:a16="http://schemas.microsoft.com/office/drawing/2014/main" id="{44E3515E-83F4-7A45-DD2C-A51817C6EF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0956" y="498086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5" name="Text Box 153">
            <a:extLst>
              <a:ext uri="{FF2B5EF4-FFF2-40B4-BE49-F238E27FC236}">
                <a16:creationId xmlns:a16="http://schemas.microsoft.com/office/drawing/2014/main" id="{0F540602-D1AE-948F-F115-37C6536A1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222" y="476557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2737DA-1F55-3660-1C5C-DED397CA0217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0D1D2EDC-EA0E-8FC9-72CD-B3C864447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EDA1557D-E09B-E523-DBBA-E567A1CBB10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4D6C4302-C444-7BD4-57ED-070368314C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BCDEFF9-8CB0-BF16-3533-9807E18C31C9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E6156B-8BA1-C264-4C6F-46E59043187F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188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ECDA-11EC-B089-0735-C98028C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D20A0DFC-246F-93D5-CAB6-F9393908EB9B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6E29CED0-9516-924D-09C5-08EFE0AD08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04CF5C5D-7DD8-6D5C-8021-733C697EF0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0270BE7E-FD07-EB3A-B1CC-A43DFAB29FC2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FB8E4ADC-51E0-DD94-0C19-3B185719E789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13CF8F60-2E1C-5DC8-7054-216F8A909856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784ED28F-A5B2-9840-B6C7-9DC8141E8CA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9E531C3B-3FF4-09B0-3C83-A483B8D08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289C0B7D-97BA-075B-8B70-69157705E1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020F7C49-1304-D0E4-5E85-B922DD1CFD2E}"/>
              </a:ext>
            </a:extLst>
          </p:cNvPr>
          <p:cNvSpPr txBox="1"/>
          <p:nvPr/>
        </p:nvSpPr>
        <p:spPr>
          <a:xfrm>
            <a:off x="9214904" y="5733711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09C4E70-E670-B4EE-4C9C-029B55A6865A}"/>
              </a:ext>
            </a:extLst>
          </p:cNvPr>
          <p:cNvSpPr txBox="1"/>
          <p:nvPr/>
        </p:nvSpPr>
        <p:spPr>
          <a:xfrm>
            <a:off x="7773939" y="392313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71C924BB-DD37-1C35-302B-94987E212BBE}"/>
              </a:ext>
            </a:extLst>
          </p:cNvPr>
          <p:cNvSpPr txBox="1"/>
          <p:nvPr/>
        </p:nvSpPr>
        <p:spPr>
          <a:xfrm>
            <a:off x="6194044" y="217731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A9FF76EE-60D0-BD98-D617-523AD5BB5521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CC5CE34D-19E3-BCB9-B22B-64146FC4C6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ECCF9128-1C65-13E3-8E33-480FC06B94A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8EF811DC-6BE5-661D-61D0-E639E059AB1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6D758D45-E2DA-46F1-CA52-F494ED214A4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F8F1BDCA-CBE8-C423-75C6-944EF266D50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DBC76628-BAEF-D23F-2EEA-58F681D219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F324B0E3-A8DF-F87D-D80A-2851A9C604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8AD90ADC-E79A-F73F-29F9-6C79405B96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F85FF862-233E-5EC9-C51E-5D7CF97EB0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81E66504-E7C8-A012-F1C5-E367A15E59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905BA84F-A0CE-7243-BD2D-E460DB744E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B22992F9-280F-0842-DEB1-C07545ACF9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6DF2FAC0-713A-585C-6F30-05FA197D74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EA9B04BD-42AC-BDC7-8325-EF43CF3766B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9554A277-2BFA-2F76-10E3-19F51EBB83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8E1F8BF0-6AFE-88AA-6FBE-290381E30F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E51CD436-57B6-5496-3F2B-C5B623B817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E3BCE40E-0193-7CC5-0849-821083E825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45085FC9-6B00-677B-192C-0256819A34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098629DC-FBB1-36BB-9B14-CD25A40651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48A423FD-5853-B235-BB8F-FAA4F5D648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8417472C-FAD0-5BDE-0C26-A77A5B2BE4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57B11398-F5A7-7FD3-7BD3-6AFA38F5956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1FB3A888-4588-C22C-0C25-EC9E8885568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35FBCB70-AD21-1667-8A58-860D806921F4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10F18CAF-EC8C-AF52-6BAC-CBD6F4FA35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BF4AF39A-C9B5-3674-0CAA-BF0BE1F371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C8DF1B4A-8043-42F5-B568-358EFBE8E2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3267DB7A-140D-48C4-CC42-BA8276E52B0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96B102CE-BFE3-B246-BBA9-997B7D4760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47050864-C194-91B9-59DD-340E3DF281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C0FC4A0E-52C3-1348-D477-17AA7E2803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1C31F9BA-2667-377B-A18B-5756A91E39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C063B935-938F-4421-38FD-0E8AA64C39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82CBFD61-8D64-45E3-DC72-02C706FF29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02E6B23A-CAE3-8F28-5185-17D83E6C41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74C57BFD-8FC8-C5EF-2189-1BF5FE5504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133492FE-614E-9A1C-E58B-54820605E8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F8C3C3D5-DCE2-DC22-D20E-1E0ED5ADDB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44065ACB-A969-9675-D33C-0219A346B6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A3EF5BAF-BBD8-1E68-9A41-69709E89C2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03CBAFB5-1C96-FE1F-5BC8-501C43E71D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4C0A8735-376B-BBB3-FF7A-EFF4C820F1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972255E5-14F5-A66D-D6FA-45ECC106DD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A95D7BE1-D08F-56CA-8E6A-0497736E35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48615E60-A6DC-3E4A-646D-F24B67ED7F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AAB2E535-B83F-05AD-82E3-1EDC5B3D22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47C15262-156C-C958-E5C7-7EC8BC9525B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5A26A93E-5006-E176-C6D0-39167E809F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5C05DE30-45E1-E39F-452B-2FB14BB67B74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21DFB238-C4CB-25CE-7B50-9C493B981B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0EBCE1D5-C42E-D3C4-1854-315A248A842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7201FE61-AC97-5C22-32B9-CFF4BD7F177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CBEC8E4C-9B4A-80C8-F0F7-A506D50C06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EB343E26-0F32-53FB-B76E-1E9FA0A9B16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482651D6-07F0-C852-720C-2F8B899E86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31AD4F24-DDE8-0E75-E1A0-51866508E9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1D9D6E69-94E2-2674-451E-3844D702FB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BBB525C4-4497-B3B4-09CB-A9446FFFD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0D35AE3F-035C-9BE2-7240-1514F31DB6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7F77C59C-848C-9EAB-9017-AC4F356B45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093DD50E-BEEC-0692-116D-7DE38E5092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DC6E166B-007B-0101-1CCA-48E07C68CE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10874A12-1DAA-80F7-3DC5-3BDE1F09AF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BD914A7A-732D-3FAC-14F9-057FC0E077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255225BA-D64B-59BD-8AE9-CB3719D3FA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78BFB815-7CB4-0107-03C6-A97121ED39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2FAAD40F-2C18-A6C2-78C1-7A4A10A3E4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734AB55E-C841-0D96-573E-9EF1C3E7EE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BE29530A-DA6E-A4DF-B087-C8463A9905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0D5E6275-0146-29AE-9BB5-5F5032967D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2136A299-2307-AFD2-DF14-0F9666127D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2F87784E-6C21-6153-EC40-320CDAE027C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D0B191FD-A6DF-183B-2D29-2198162175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F6B1E3A-31A4-2465-9A8E-D87145841BAB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41F9DE23-1BED-48EB-E597-DB53C79715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9BA66BD9-32D3-07F9-5FEF-9980E6BFF94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3AB3BF88-30E6-61F0-E7E6-23A3499DA92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AA206F6E-7349-0674-CD76-E4E312F505E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890BAB50-2240-6BF8-0029-5880434B3D9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1D20146C-3E21-3C13-641F-1D90E24924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981F88AB-8DD4-63FF-1604-593B185DD3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1AEEC1C7-2851-3A8B-30D9-14582CEB62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0AAD9BBE-AAB7-7F8A-A139-51C43A4971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1FD24B06-546A-CA53-E27E-BF9C91772E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B8C5B111-5A18-3D3F-B977-6B6CF30616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27D86917-8507-2640-ED42-EF182BBCBF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35A7BAD3-7BBD-D59E-7082-FCFDD14E41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6032441A-5A63-C1B8-789D-87B38E3078F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2121D1E1-A262-9C0A-58C6-4567B4631B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CCF03D4F-63F5-F9EB-73EF-508648F5EB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EC8A6A21-28E3-4701-AFC6-E79EAC1440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AC409C04-C102-8818-9D0A-7EE5618487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A3FB94BB-8160-9BFA-F2BA-169B407526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D783768D-D11E-5F9C-7445-F820C1C8DC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41684825-335D-BF78-26DB-C7A3285B17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1BED764F-3D66-2BFE-F606-526D429E9C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6F4A7ACE-747F-38AC-0AD9-930628798A7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ABB506CB-C0DE-F67B-0399-7C3727BF2E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8B9D6695-96BB-5B09-80FB-E362B1CC9177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3032407A-1934-A3B1-3E11-5EB2C698C3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2EDCCAC7-CDC7-B3B9-74DE-63ADE3DA858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168AC354-6B11-D744-2E7C-C2C4A5DD50A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A6804B5E-F00E-73DB-B07D-93371662104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4973319E-9A31-2E05-D424-3CD5CCE9B3A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8BE1AEE6-4A1A-7A75-8E62-9942607D1E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BBEC5D21-31CB-FD26-A56D-E5ACDE2C96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80413CF4-8D3E-287E-9645-A6D802968B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8F5A677F-8434-466D-3B8E-88ABF44542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A60BEA3D-A601-E53E-F204-0FBB0F0391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99D14D31-18D3-F73A-08C9-464F377859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C8E47724-3070-810D-CDC6-7DC40E1827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033F4A96-C11A-6756-4143-58C7F75237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850F9752-C022-346D-75E0-8A4C3C00468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5011F70B-12C6-97AF-BAB2-C1526CED8F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AAC25175-9C87-D3AF-8EED-5388E19603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CEA98E03-415B-7E52-F9A7-FE54A5EF9D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CA9CE078-EBE6-EA6B-8858-7FE447E73C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EE616787-8A6A-88C5-FC33-269613CCFC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601F82C6-D6F9-690C-D939-A3BA6253FA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7B32EC18-15F5-6959-42F2-B4E2C47DBF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90C986DE-E93D-5FCA-91CC-ABD0A48068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967AE72A-A588-2CEF-0929-3B1D6226CFE9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18AC030A-F1FD-4078-9E19-283A6DD053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714E83BD-57DD-CCD5-25B7-0CC5B53ABABF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2FD5DD23-5E6E-AC5F-168D-EC6C3EBAEC7B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D99F5405-A776-85F6-A179-72ADDA7035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6CA5B71B-C79A-4832-361C-FF3F693DFC4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2EA7D5AA-9BE0-7C24-9CFA-16A5AF1CC4D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A4477E42-ACD6-2C9E-C465-9CEA243DF4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BC5CAFF1-3BD9-DE10-7562-ABEB90FF5FD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386F9199-8183-4D78-0DEF-7B4F58628A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AF1FE90F-BD46-BB28-1BD1-D739CEBE3B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0729F62F-11AA-B8CE-54D4-261B32FB41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19382367-356C-9311-DDAA-D5EF8F3E19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DDA3E1A2-34DB-39C7-FF66-F8AB76B74C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E3834BCA-AEB6-904E-4702-D4E0D8581F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F46892F2-55E6-1E71-B3CF-98462C6E3A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C6E4EB6D-D0C6-4237-D8D6-3F44C76328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39D636E7-CD74-C4C4-48C5-29263FDA27A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BA176408-8E20-FC7F-1A57-7841FFF950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A253ED57-1E0E-251A-F859-B37162519B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917F6ABD-81EF-C42A-089E-1372520FED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17CB5F30-3C5D-002E-D248-9EB5D280CC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44CAE15D-0C47-2C40-9A80-90FAE6C81C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B97A4598-63C9-3530-EA16-702202CBA6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C915A8A8-BF8B-8C47-AF6C-22F8444233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D41B83A9-2331-D913-ED18-A7F273346C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F678CB41-B93A-C536-8732-8D363F79CDB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EC2B383B-561C-EDA0-489B-E9DEA17612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C7DF72D0-88B1-5382-4579-F9C493C16265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C82DC-936B-CC85-BF01-32AE0775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C0173975-1FF4-2F37-C2A6-69F818286435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C1E1BAA3-9031-E91F-0768-F70C442044FE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F04401F1-6FBE-FD42-C794-E77D4FA49E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E9AF80-D745-2424-36B4-F8D456E7A29F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1D82E0B4-68B3-9ACE-344B-B603EABFB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DC563CE1-BB56-2C62-60CA-638C8268D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F11689-9D3A-7E17-AAB7-1BBDCB5037F5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3E25673E-E358-8E0D-65F2-A96B0B2EF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2952FACD-E827-A2E0-EBBF-17C0B2289FE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B78024B8-F893-4AA7-C3D4-2EC7270488B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4C007D41-7E5E-01A3-9B4D-367EC85829A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2E8AAE66-BDAA-0EDA-A9BE-C7060A87C1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146F3322-552E-6EE4-3821-196409850D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9F7CAA36-7B3C-4B36-10DB-A59CC7985B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7CB36CAC-314A-972E-A931-A82B020A09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EB2B0F82-81B9-EFE1-EB9C-F671CCE6E0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23B9530F-CF3F-360C-4B66-3DADFD6A3B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7ADD7C99-89CF-F258-7092-C791FC16DC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B10E56F1-F035-F1B7-B630-DEE2079274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022006AA-22D6-D45E-04D2-B0EBBD8110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FCDF52A2-FD88-51F7-7DFC-383EFE4F026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85C517FA-0035-700A-D4E3-CF93721A93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91049D33-1F9A-4A78-4CB0-4591D5DB58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3F6DDC69-EE91-D72B-FE4C-D482956759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82985484-02DD-B0D1-51B0-11A9E1B20C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5CA06FA1-20C6-D082-245E-EB92C6780E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26B2D099-292D-3B8B-4A8C-C3DFD7818F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E0B13784-9063-8878-D00C-AA093B498B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1AE2F355-86B6-F642-3587-2C861B6839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59AB3F28-5D60-4BAE-154A-DEF0CD793D8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C0A8581E-4AAE-6360-E45E-47D4CF8717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A775795-C2F8-0E7C-3DB6-E012D46CA0FC}"/>
              </a:ext>
            </a:extLst>
          </p:cNvPr>
          <p:cNvSpPr txBox="1"/>
          <p:nvPr/>
        </p:nvSpPr>
        <p:spPr>
          <a:xfrm>
            <a:off x="5195144" y="121131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10.10.1.0/30</a:t>
            </a:r>
          </a:p>
        </p:txBody>
      </p:sp>
      <p:sp>
        <p:nvSpPr>
          <p:cNvPr id="4" name="Line 149">
            <a:extLst>
              <a:ext uri="{FF2B5EF4-FFF2-40B4-BE49-F238E27FC236}">
                <a16:creationId xmlns:a16="http://schemas.microsoft.com/office/drawing/2014/main" id="{B8C69AE9-7D90-007C-C655-4D01B50B9C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415" y="1499781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" name="Text Box 153">
            <a:extLst>
              <a:ext uri="{FF2B5EF4-FFF2-40B4-BE49-F238E27FC236}">
                <a16:creationId xmlns:a16="http://schemas.microsoft.com/office/drawing/2014/main" id="{CB992D6C-7500-4C53-D710-427D24BBF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681" y="1284487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7AD700-3550-BB44-AEBC-C513CD0CE22B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A5A23843-6200-AC30-2784-A51FBEE26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E1E136F8-437E-A148-5E01-FFE7D8DD53A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2B374363-FE38-1A3A-023C-C95681A4A2D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6F1E4F7-DC24-2CE3-CB2E-133BCD2646DF}"/>
              </a:ext>
            </a:extLst>
          </p:cNvPr>
          <p:cNvSpPr txBox="1"/>
          <p:nvPr/>
        </p:nvSpPr>
        <p:spPr>
          <a:xfrm>
            <a:off x="6768351" y="303252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10.30.1.0/30</a:t>
            </a:r>
          </a:p>
        </p:txBody>
      </p:sp>
      <p:sp>
        <p:nvSpPr>
          <p:cNvPr id="7" name="Line 149">
            <a:extLst>
              <a:ext uri="{FF2B5EF4-FFF2-40B4-BE49-F238E27FC236}">
                <a16:creationId xmlns:a16="http://schemas.microsoft.com/office/drawing/2014/main" id="{669709EF-1572-75D6-28C0-00FB6BB7D0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4670" y="3230562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5EC2B8E0-3AD7-52AD-8B15-04055CB0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936" y="3015268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233A92-1737-AF2F-24BC-3A2D2238B036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3C64BB43-7EFF-C830-DEC1-84E4845DB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EDBB0630-237C-A112-2B17-24D9113760B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2F11964A-D460-322B-1EF7-3CDFB041F58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931461-F335-8AA2-5621-BF43DC435F0C}"/>
              </a:ext>
            </a:extLst>
          </p:cNvPr>
          <p:cNvSpPr txBox="1"/>
          <p:nvPr/>
        </p:nvSpPr>
        <p:spPr>
          <a:xfrm>
            <a:off x="8254637" y="4782830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10.60.1.0/30</a:t>
            </a:r>
          </a:p>
        </p:txBody>
      </p:sp>
      <p:sp>
        <p:nvSpPr>
          <p:cNvPr id="54" name="Line 149">
            <a:extLst>
              <a:ext uri="{FF2B5EF4-FFF2-40B4-BE49-F238E27FC236}">
                <a16:creationId xmlns:a16="http://schemas.microsoft.com/office/drawing/2014/main" id="{B23EDABC-68CF-5020-A3CE-B92B0F2183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0956" y="498086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5" name="Text Box 153">
            <a:extLst>
              <a:ext uri="{FF2B5EF4-FFF2-40B4-BE49-F238E27FC236}">
                <a16:creationId xmlns:a16="http://schemas.microsoft.com/office/drawing/2014/main" id="{42F4E093-14B8-6E18-1634-E8E2E869A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222" y="476557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578112-F9EA-597F-669B-17C7E2EEC661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835DBE7A-C64A-A0B1-2BF6-97D75C5B5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BD582D58-D6AF-D10D-EDD0-FA18E6E4056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DF6A7A94-8FAC-F31D-9ECA-D4840F040FA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0C58B5F-57AB-34D1-DBE8-184F5547DB99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as10        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6F33FF-63A7-3E2B-02DB-7BC08F335307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Close with solid fill">
            <a:extLst>
              <a:ext uri="{FF2B5EF4-FFF2-40B4-BE49-F238E27FC236}">
                <a16:creationId xmlns:a16="http://schemas.microsoft.com/office/drawing/2014/main" id="{982C5691-BE54-3606-8923-6F4EE2112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279" y="14720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89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7053-DDBE-BACE-C9C1-E7D37B3D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AutoShape 40">
            <a:extLst>
              <a:ext uri="{FF2B5EF4-FFF2-40B4-BE49-F238E27FC236}">
                <a16:creationId xmlns:a16="http://schemas.microsoft.com/office/drawing/2014/main" id="{26C03AB5-0C2E-DA34-DA5B-D3DAA00DBE3D}"/>
              </a:ext>
            </a:extLst>
          </p:cNvPr>
          <p:cNvCxnSpPr>
            <a:cxnSpLocks noChangeShapeType="1"/>
            <a:stCxn id="523" idx="2"/>
            <a:endCxn id="468" idx="4"/>
          </p:cNvCxnSpPr>
          <p:nvPr/>
        </p:nvCxnSpPr>
        <p:spPr bwMode="auto">
          <a:xfrm flipH="1">
            <a:off x="2942602" y="1929724"/>
            <a:ext cx="1599294" cy="174890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9" name="AutoShape 40">
            <a:extLst>
              <a:ext uri="{FF2B5EF4-FFF2-40B4-BE49-F238E27FC236}">
                <a16:creationId xmlns:a16="http://schemas.microsoft.com/office/drawing/2014/main" id="{150999FC-E1E1-B3E1-1FC4-6210200D0E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64823" y="5434077"/>
            <a:ext cx="109721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3" name="AutoShape 40">
            <a:extLst>
              <a:ext uri="{FF2B5EF4-FFF2-40B4-BE49-F238E27FC236}">
                <a16:creationId xmlns:a16="http://schemas.microsoft.com/office/drawing/2014/main" id="{06A7D31A-74F5-FC0D-CCF3-8BE4E100F0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3678626"/>
            <a:ext cx="11413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7" name="AutoShape 40">
            <a:extLst>
              <a:ext uri="{FF2B5EF4-FFF2-40B4-BE49-F238E27FC236}">
                <a16:creationId xmlns:a16="http://schemas.microsoft.com/office/drawing/2014/main" id="{EA29CED6-349D-A372-54A6-E42CA8CD9930}"/>
              </a:ext>
            </a:extLst>
          </p:cNvPr>
          <p:cNvCxnSpPr>
            <a:cxnSpLocks noChangeShapeType="1"/>
            <a:stCxn id="523" idx="4"/>
          </p:cNvCxnSpPr>
          <p:nvPr/>
        </p:nvCxnSpPr>
        <p:spPr bwMode="auto">
          <a:xfrm flipV="1">
            <a:off x="5404361" y="1924389"/>
            <a:ext cx="1175702" cy="533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1" name="AutoShape 40">
            <a:extLst>
              <a:ext uri="{FF2B5EF4-FFF2-40B4-BE49-F238E27FC236}">
                <a16:creationId xmlns:a16="http://schemas.microsoft.com/office/drawing/2014/main" id="{D4C78A60-1F66-7D3E-4322-7A50DA4C3F28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>
            <a:off x="2942602" y="3678626"/>
            <a:ext cx="159418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" name="AutoShape 40">
            <a:extLst>
              <a:ext uri="{FF2B5EF4-FFF2-40B4-BE49-F238E27FC236}">
                <a16:creationId xmlns:a16="http://schemas.microsoft.com/office/drawing/2014/main" id="{649882C9-6385-FE0D-55A4-8AA87FBC2C32}"/>
              </a:ext>
            </a:extLst>
          </p:cNvPr>
          <p:cNvCxnSpPr>
            <a:cxnSpLocks noChangeShapeType="1"/>
            <a:endCxn id="468" idx="4"/>
          </p:cNvCxnSpPr>
          <p:nvPr/>
        </p:nvCxnSpPr>
        <p:spPr bwMode="auto">
          <a:xfrm flipH="1" flipV="1">
            <a:off x="2942602" y="3678626"/>
            <a:ext cx="1594187" cy="17518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3" name="AutoShape 40">
            <a:extLst>
              <a:ext uri="{FF2B5EF4-FFF2-40B4-BE49-F238E27FC236}">
                <a16:creationId xmlns:a16="http://schemas.microsoft.com/office/drawing/2014/main" id="{1152BCC1-B720-9AB5-CFDB-582DCC7F61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3678626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" name="AutoShape 40">
            <a:extLst>
              <a:ext uri="{FF2B5EF4-FFF2-40B4-BE49-F238E27FC236}">
                <a16:creationId xmlns:a16="http://schemas.microsoft.com/office/drawing/2014/main" id="{DCABA301-7548-2D0F-92E3-99A970526A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09469" y="5430451"/>
            <a:ext cx="704997" cy="36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5" name="AutoShape 40">
            <a:extLst>
              <a:ext uri="{FF2B5EF4-FFF2-40B4-BE49-F238E27FC236}">
                <a16:creationId xmlns:a16="http://schemas.microsoft.com/office/drawing/2014/main" id="{48601BA5-C030-EA7A-CBBA-7CEC463D98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146" y="5434077"/>
            <a:ext cx="70499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8CF9EF5E-0960-9F71-A577-E514041BE46B}"/>
              </a:ext>
            </a:extLst>
          </p:cNvPr>
          <p:cNvSpPr txBox="1"/>
          <p:nvPr/>
        </p:nvSpPr>
        <p:spPr>
          <a:xfrm>
            <a:off x="9214904" y="5733711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6F5B4C53-A5D6-D1A8-5485-1D8A75175A79}"/>
              </a:ext>
            </a:extLst>
          </p:cNvPr>
          <p:cNvSpPr txBox="1"/>
          <p:nvPr/>
        </p:nvSpPr>
        <p:spPr>
          <a:xfrm>
            <a:off x="7773939" y="392313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2FFBB982-86F3-CB8B-B83B-35EC8E0B4BEC}"/>
              </a:ext>
            </a:extLst>
          </p:cNvPr>
          <p:cNvSpPr txBox="1"/>
          <p:nvPr/>
        </p:nvSpPr>
        <p:spPr>
          <a:xfrm>
            <a:off x="6194044" y="2177316"/>
            <a:ext cx="61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dns1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38278B57-9AB9-F927-C2A6-EB45F7A8274C}"/>
              </a:ext>
            </a:extLst>
          </p:cNvPr>
          <p:cNvGrpSpPr/>
          <p:nvPr/>
        </p:nvGrpSpPr>
        <p:grpSpPr>
          <a:xfrm>
            <a:off x="4541896" y="1683020"/>
            <a:ext cx="862465" cy="493407"/>
            <a:chOff x="967835" y="2541918"/>
            <a:chExt cx="1426054" cy="463051"/>
          </a:xfrm>
        </p:grpSpPr>
        <p:grpSp>
          <p:nvGrpSpPr>
            <p:cNvPr id="519" name="Group 93">
              <a:extLst>
                <a:ext uri="{FF2B5EF4-FFF2-40B4-BE49-F238E27FC236}">
                  <a16:creationId xmlns:a16="http://schemas.microsoft.com/office/drawing/2014/main" id="{A6FA150D-16B0-C34F-ED25-1AA0CA9D40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1" name="Group 94">
                <a:extLst>
                  <a:ext uri="{FF2B5EF4-FFF2-40B4-BE49-F238E27FC236}">
                    <a16:creationId xmlns:a16="http://schemas.microsoft.com/office/drawing/2014/main" id="{B9CED2D4-E46E-A134-8C2D-1FF33BC952E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3" name="AutoShape 95">
                  <a:extLst>
                    <a:ext uri="{FF2B5EF4-FFF2-40B4-BE49-F238E27FC236}">
                      <a16:creationId xmlns:a16="http://schemas.microsoft.com/office/drawing/2014/main" id="{7D308F09-1367-A956-AF8C-17EF48E7FA2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4" name="Group 96">
                  <a:extLst>
                    <a:ext uri="{FF2B5EF4-FFF2-40B4-BE49-F238E27FC236}">
                      <a16:creationId xmlns:a16="http://schemas.microsoft.com/office/drawing/2014/main" id="{8FE177BF-8D9A-2AA9-A1F4-16F4A6B24C0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5" name="Group 97">
                    <a:extLst>
                      <a:ext uri="{FF2B5EF4-FFF2-40B4-BE49-F238E27FC236}">
                        <a16:creationId xmlns:a16="http://schemas.microsoft.com/office/drawing/2014/main" id="{C862551A-5DFD-4ACB-44F7-B91142E8256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5" name="Freeform 98">
                      <a:extLst>
                        <a:ext uri="{FF2B5EF4-FFF2-40B4-BE49-F238E27FC236}">
                          <a16:creationId xmlns:a16="http://schemas.microsoft.com/office/drawing/2014/main" id="{D5082865-74F6-88B2-335D-B04157DFAF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6" name="Freeform 99">
                      <a:extLst>
                        <a:ext uri="{FF2B5EF4-FFF2-40B4-BE49-F238E27FC236}">
                          <a16:creationId xmlns:a16="http://schemas.microsoft.com/office/drawing/2014/main" id="{C5152145-5EFE-DB4C-C133-A4688735AD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7" name="Freeform 100">
                      <a:extLst>
                        <a:ext uri="{FF2B5EF4-FFF2-40B4-BE49-F238E27FC236}">
                          <a16:creationId xmlns:a16="http://schemas.microsoft.com/office/drawing/2014/main" id="{D458DF02-1774-B0EA-08CE-D574FA43A4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8" name="Freeform 101">
                      <a:extLst>
                        <a:ext uri="{FF2B5EF4-FFF2-40B4-BE49-F238E27FC236}">
                          <a16:creationId xmlns:a16="http://schemas.microsoft.com/office/drawing/2014/main" id="{F8C7CCDF-FC77-7E8A-F5DE-EA22E002C7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9" name="Freeform 102">
                      <a:extLst>
                        <a:ext uri="{FF2B5EF4-FFF2-40B4-BE49-F238E27FC236}">
                          <a16:creationId xmlns:a16="http://schemas.microsoft.com/office/drawing/2014/main" id="{CCB7F8B9-B77F-DA43-BB4F-0E0782C329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0" name="Freeform 103">
                      <a:extLst>
                        <a:ext uri="{FF2B5EF4-FFF2-40B4-BE49-F238E27FC236}">
                          <a16:creationId xmlns:a16="http://schemas.microsoft.com/office/drawing/2014/main" id="{8F239685-E4D9-85B9-FF9B-CC0403F094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1" name="Freeform 104">
                      <a:extLst>
                        <a:ext uri="{FF2B5EF4-FFF2-40B4-BE49-F238E27FC236}">
                          <a16:creationId xmlns:a16="http://schemas.microsoft.com/office/drawing/2014/main" id="{A02D575A-637A-8FAA-84C8-38F098D451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42" name="Freeform 105">
                      <a:extLst>
                        <a:ext uri="{FF2B5EF4-FFF2-40B4-BE49-F238E27FC236}">
                          <a16:creationId xmlns:a16="http://schemas.microsoft.com/office/drawing/2014/main" id="{C09F8C1F-4346-687C-1681-6B0A954362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26" name="Group 106">
                    <a:extLst>
                      <a:ext uri="{FF2B5EF4-FFF2-40B4-BE49-F238E27FC236}">
                        <a16:creationId xmlns:a16="http://schemas.microsoft.com/office/drawing/2014/main" id="{2EA6DBEC-7F19-3C71-BED2-5AE46F0E7DC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7" name="Freeform 107">
                      <a:extLst>
                        <a:ext uri="{FF2B5EF4-FFF2-40B4-BE49-F238E27FC236}">
                          <a16:creationId xmlns:a16="http://schemas.microsoft.com/office/drawing/2014/main" id="{BFF584A4-A7C9-5F37-9845-7C3608B91A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8" name="Freeform 108">
                      <a:extLst>
                        <a:ext uri="{FF2B5EF4-FFF2-40B4-BE49-F238E27FC236}">
                          <a16:creationId xmlns:a16="http://schemas.microsoft.com/office/drawing/2014/main" id="{D7870159-B25A-AD08-9DEA-84C50453A9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9" name="Freeform 109">
                      <a:extLst>
                        <a:ext uri="{FF2B5EF4-FFF2-40B4-BE49-F238E27FC236}">
                          <a16:creationId xmlns:a16="http://schemas.microsoft.com/office/drawing/2014/main" id="{F94D9645-3727-46F1-BA26-389D756AB5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0" name="Freeform 110">
                      <a:extLst>
                        <a:ext uri="{FF2B5EF4-FFF2-40B4-BE49-F238E27FC236}">
                          <a16:creationId xmlns:a16="http://schemas.microsoft.com/office/drawing/2014/main" id="{C3BA63AA-C6B2-899D-A953-00A2E76065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1" name="Freeform 111">
                      <a:extLst>
                        <a:ext uri="{FF2B5EF4-FFF2-40B4-BE49-F238E27FC236}">
                          <a16:creationId xmlns:a16="http://schemas.microsoft.com/office/drawing/2014/main" id="{BA903AC9-FF51-79C9-3DC5-2EFC8B4C33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2" name="Freeform 112">
                      <a:extLst>
                        <a:ext uri="{FF2B5EF4-FFF2-40B4-BE49-F238E27FC236}">
                          <a16:creationId xmlns:a16="http://schemas.microsoft.com/office/drawing/2014/main" id="{EA3EE54F-F50C-17F1-3385-0B7F4CF8E6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3" name="Freeform 113">
                      <a:extLst>
                        <a:ext uri="{FF2B5EF4-FFF2-40B4-BE49-F238E27FC236}">
                          <a16:creationId xmlns:a16="http://schemas.microsoft.com/office/drawing/2014/main" id="{1DD44B98-147A-5776-FE27-FD294E2435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4" name="Freeform 114">
                      <a:extLst>
                        <a:ext uri="{FF2B5EF4-FFF2-40B4-BE49-F238E27FC236}">
                          <a16:creationId xmlns:a16="http://schemas.microsoft.com/office/drawing/2014/main" id="{86CDCEFD-5CD5-9000-DC60-67924C3F82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22" name="WordArt 115">
                <a:extLst>
                  <a:ext uri="{FF2B5EF4-FFF2-40B4-BE49-F238E27FC236}">
                    <a16:creationId xmlns:a16="http://schemas.microsoft.com/office/drawing/2014/main" id="{B66A6898-6392-C47D-7E1E-ECC5FAA0FD2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0" name="WordArt 68">
              <a:extLst>
                <a:ext uri="{FF2B5EF4-FFF2-40B4-BE49-F238E27FC236}">
                  <a16:creationId xmlns:a16="http://schemas.microsoft.com/office/drawing/2014/main" id="{C840C539-EB0A-0BF9-7113-0BE46D32FF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346CA2A-CE18-C896-6581-7BA1B1080E02}"/>
              </a:ext>
            </a:extLst>
          </p:cNvPr>
          <p:cNvGrpSpPr/>
          <p:nvPr/>
        </p:nvGrpSpPr>
        <p:grpSpPr>
          <a:xfrm>
            <a:off x="4541896" y="3415388"/>
            <a:ext cx="862465" cy="493407"/>
            <a:chOff x="967835" y="2541918"/>
            <a:chExt cx="1426054" cy="463051"/>
          </a:xfrm>
        </p:grpSpPr>
        <p:grpSp>
          <p:nvGrpSpPr>
            <p:cNvPr id="544" name="Group 93">
              <a:extLst>
                <a:ext uri="{FF2B5EF4-FFF2-40B4-BE49-F238E27FC236}">
                  <a16:creationId xmlns:a16="http://schemas.microsoft.com/office/drawing/2014/main" id="{2C6E0F7D-7624-0126-9E74-500165F75B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6" name="Group 94">
                <a:extLst>
                  <a:ext uri="{FF2B5EF4-FFF2-40B4-BE49-F238E27FC236}">
                    <a16:creationId xmlns:a16="http://schemas.microsoft.com/office/drawing/2014/main" id="{13470E56-B3B2-CA53-1F61-43AF6B077E7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8" name="AutoShape 95">
                  <a:extLst>
                    <a:ext uri="{FF2B5EF4-FFF2-40B4-BE49-F238E27FC236}">
                      <a16:creationId xmlns:a16="http://schemas.microsoft.com/office/drawing/2014/main" id="{2E35CA4E-EB74-F6E0-7AAA-C3138ADFDD9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49" name="Group 96">
                  <a:extLst>
                    <a:ext uri="{FF2B5EF4-FFF2-40B4-BE49-F238E27FC236}">
                      <a16:creationId xmlns:a16="http://schemas.microsoft.com/office/drawing/2014/main" id="{610113C9-2F60-25B0-60FC-DEA098155C8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0" name="Group 97">
                    <a:extLst>
                      <a:ext uri="{FF2B5EF4-FFF2-40B4-BE49-F238E27FC236}">
                        <a16:creationId xmlns:a16="http://schemas.microsoft.com/office/drawing/2014/main" id="{8FFBC540-2D22-CD5E-4E9C-61FF218B0BE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0" name="Freeform 98">
                      <a:extLst>
                        <a:ext uri="{FF2B5EF4-FFF2-40B4-BE49-F238E27FC236}">
                          <a16:creationId xmlns:a16="http://schemas.microsoft.com/office/drawing/2014/main" id="{5725B6A0-888B-5AC7-9DE1-083F1ED6C1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1" name="Freeform 99">
                      <a:extLst>
                        <a:ext uri="{FF2B5EF4-FFF2-40B4-BE49-F238E27FC236}">
                          <a16:creationId xmlns:a16="http://schemas.microsoft.com/office/drawing/2014/main" id="{B56F6D2E-F318-758C-CB44-1F553BC823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2" name="Freeform 100">
                      <a:extLst>
                        <a:ext uri="{FF2B5EF4-FFF2-40B4-BE49-F238E27FC236}">
                          <a16:creationId xmlns:a16="http://schemas.microsoft.com/office/drawing/2014/main" id="{F71A0299-3500-5DE9-01AB-E76AB60736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3" name="Freeform 101">
                      <a:extLst>
                        <a:ext uri="{FF2B5EF4-FFF2-40B4-BE49-F238E27FC236}">
                          <a16:creationId xmlns:a16="http://schemas.microsoft.com/office/drawing/2014/main" id="{51455FE1-E6EA-3553-CE93-F57AFC59D6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4" name="Freeform 102">
                      <a:extLst>
                        <a:ext uri="{FF2B5EF4-FFF2-40B4-BE49-F238E27FC236}">
                          <a16:creationId xmlns:a16="http://schemas.microsoft.com/office/drawing/2014/main" id="{1E73A42E-6918-1002-D7F5-225F9EBD60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5" name="Freeform 103">
                      <a:extLst>
                        <a:ext uri="{FF2B5EF4-FFF2-40B4-BE49-F238E27FC236}">
                          <a16:creationId xmlns:a16="http://schemas.microsoft.com/office/drawing/2014/main" id="{7DDA997A-096D-00E2-9E75-F6C1318137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6" name="Freeform 104">
                      <a:extLst>
                        <a:ext uri="{FF2B5EF4-FFF2-40B4-BE49-F238E27FC236}">
                          <a16:creationId xmlns:a16="http://schemas.microsoft.com/office/drawing/2014/main" id="{ACE9AB40-1315-5AA4-CEE1-E34F1AF5B4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67" name="Freeform 105">
                      <a:extLst>
                        <a:ext uri="{FF2B5EF4-FFF2-40B4-BE49-F238E27FC236}">
                          <a16:creationId xmlns:a16="http://schemas.microsoft.com/office/drawing/2014/main" id="{C82CBE1D-82DB-12DD-A32C-28C0178325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51" name="Group 106">
                    <a:extLst>
                      <a:ext uri="{FF2B5EF4-FFF2-40B4-BE49-F238E27FC236}">
                        <a16:creationId xmlns:a16="http://schemas.microsoft.com/office/drawing/2014/main" id="{40947182-D47E-67B1-B1CB-127CB2851B6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2" name="Freeform 107">
                      <a:extLst>
                        <a:ext uri="{FF2B5EF4-FFF2-40B4-BE49-F238E27FC236}">
                          <a16:creationId xmlns:a16="http://schemas.microsoft.com/office/drawing/2014/main" id="{AF2FF40F-2E95-BEF7-AC17-4039CA0324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3" name="Freeform 108">
                      <a:extLst>
                        <a:ext uri="{FF2B5EF4-FFF2-40B4-BE49-F238E27FC236}">
                          <a16:creationId xmlns:a16="http://schemas.microsoft.com/office/drawing/2014/main" id="{F54B86AB-64E0-1E41-CC31-8E08CDC092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4" name="Freeform 109">
                      <a:extLst>
                        <a:ext uri="{FF2B5EF4-FFF2-40B4-BE49-F238E27FC236}">
                          <a16:creationId xmlns:a16="http://schemas.microsoft.com/office/drawing/2014/main" id="{C64B7D0D-EA38-0C07-0A0E-6F3C9B6424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5" name="Freeform 110">
                      <a:extLst>
                        <a:ext uri="{FF2B5EF4-FFF2-40B4-BE49-F238E27FC236}">
                          <a16:creationId xmlns:a16="http://schemas.microsoft.com/office/drawing/2014/main" id="{52F825FA-638A-1A69-9A21-18EBD975F8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6" name="Freeform 111">
                      <a:extLst>
                        <a:ext uri="{FF2B5EF4-FFF2-40B4-BE49-F238E27FC236}">
                          <a16:creationId xmlns:a16="http://schemas.microsoft.com/office/drawing/2014/main" id="{36523AF1-4E25-4481-52BC-7538B001B8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7" name="Freeform 112">
                      <a:extLst>
                        <a:ext uri="{FF2B5EF4-FFF2-40B4-BE49-F238E27FC236}">
                          <a16:creationId xmlns:a16="http://schemas.microsoft.com/office/drawing/2014/main" id="{EFBEF4A7-478D-2241-1CCE-9C84647A19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8" name="Freeform 113">
                      <a:extLst>
                        <a:ext uri="{FF2B5EF4-FFF2-40B4-BE49-F238E27FC236}">
                          <a16:creationId xmlns:a16="http://schemas.microsoft.com/office/drawing/2014/main" id="{24CE2341-9ECB-E257-8217-05697454A0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59" name="Freeform 114">
                      <a:extLst>
                        <a:ext uri="{FF2B5EF4-FFF2-40B4-BE49-F238E27FC236}">
                          <a16:creationId xmlns:a16="http://schemas.microsoft.com/office/drawing/2014/main" id="{B6C245BD-9DA9-57F5-C0FE-7F4B16D28B8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47" name="WordArt 115">
                <a:extLst>
                  <a:ext uri="{FF2B5EF4-FFF2-40B4-BE49-F238E27FC236}">
                    <a16:creationId xmlns:a16="http://schemas.microsoft.com/office/drawing/2014/main" id="{CE1B68CD-84D4-4286-C534-33A43A15B94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5" name="WordArt 68">
              <a:extLst>
                <a:ext uri="{FF2B5EF4-FFF2-40B4-BE49-F238E27FC236}">
                  <a16:creationId xmlns:a16="http://schemas.microsoft.com/office/drawing/2014/main" id="{47638690-F010-6CAE-C664-9B8C918B82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</a:t>
              </a: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EC589B9E-FDBF-FAC6-8453-B959438125E1}"/>
              </a:ext>
            </a:extLst>
          </p:cNvPr>
          <p:cNvGrpSpPr/>
          <p:nvPr/>
        </p:nvGrpSpPr>
        <p:grpSpPr>
          <a:xfrm>
            <a:off x="6114466" y="3434844"/>
            <a:ext cx="862465" cy="493407"/>
            <a:chOff x="967835" y="2541918"/>
            <a:chExt cx="1426054" cy="463051"/>
          </a:xfrm>
        </p:grpSpPr>
        <p:grpSp>
          <p:nvGrpSpPr>
            <p:cNvPr id="569" name="Group 93">
              <a:extLst>
                <a:ext uri="{FF2B5EF4-FFF2-40B4-BE49-F238E27FC236}">
                  <a16:creationId xmlns:a16="http://schemas.microsoft.com/office/drawing/2014/main" id="{D8A9B986-AD19-F03F-4D34-E051382DDC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1" name="Group 94">
                <a:extLst>
                  <a:ext uri="{FF2B5EF4-FFF2-40B4-BE49-F238E27FC236}">
                    <a16:creationId xmlns:a16="http://schemas.microsoft.com/office/drawing/2014/main" id="{1A94FE94-C9FA-66CD-6AA4-2136D2170ED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3" name="AutoShape 95">
                  <a:extLst>
                    <a:ext uri="{FF2B5EF4-FFF2-40B4-BE49-F238E27FC236}">
                      <a16:creationId xmlns:a16="http://schemas.microsoft.com/office/drawing/2014/main" id="{3174650D-74F8-FBDC-3EBB-E937A9A30CB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4" name="Group 96">
                  <a:extLst>
                    <a:ext uri="{FF2B5EF4-FFF2-40B4-BE49-F238E27FC236}">
                      <a16:creationId xmlns:a16="http://schemas.microsoft.com/office/drawing/2014/main" id="{A5EADC38-943D-19FB-3816-6CF6CC8038D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5" name="Group 97">
                    <a:extLst>
                      <a:ext uri="{FF2B5EF4-FFF2-40B4-BE49-F238E27FC236}">
                        <a16:creationId xmlns:a16="http://schemas.microsoft.com/office/drawing/2014/main" id="{A4B560FA-1009-3BFF-593E-D57790FD4AD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5" name="Freeform 98">
                      <a:extLst>
                        <a:ext uri="{FF2B5EF4-FFF2-40B4-BE49-F238E27FC236}">
                          <a16:creationId xmlns:a16="http://schemas.microsoft.com/office/drawing/2014/main" id="{FC6A3BD9-194C-2262-EC9E-A3E066758E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6" name="Freeform 99">
                      <a:extLst>
                        <a:ext uri="{FF2B5EF4-FFF2-40B4-BE49-F238E27FC236}">
                          <a16:creationId xmlns:a16="http://schemas.microsoft.com/office/drawing/2014/main" id="{A4A92D23-AB43-5ADC-5151-13A730C538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7" name="Freeform 100">
                      <a:extLst>
                        <a:ext uri="{FF2B5EF4-FFF2-40B4-BE49-F238E27FC236}">
                          <a16:creationId xmlns:a16="http://schemas.microsoft.com/office/drawing/2014/main" id="{6B625600-94D1-2DCC-2F33-71AB3D021B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8" name="Freeform 101">
                      <a:extLst>
                        <a:ext uri="{FF2B5EF4-FFF2-40B4-BE49-F238E27FC236}">
                          <a16:creationId xmlns:a16="http://schemas.microsoft.com/office/drawing/2014/main" id="{A5369463-9D77-EC84-1F29-DEEFC0CDF2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9" name="Freeform 102">
                      <a:extLst>
                        <a:ext uri="{FF2B5EF4-FFF2-40B4-BE49-F238E27FC236}">
                          <a16:creationId xmlns:a16="http://schemas.microsoft.com/office/drawing/2014/main" id="{6846E493-E469-E851-4386-DBBA1600B3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0" name="Freeform 103">
                      <a:extLst>
                        <a:ext uri="{FF2B5EF4-FFF2-40B4-BE49-F238E27FC236}">
                          <a16:creationId xmlns:a16="http://schemas.microsoft.com/office/drawing/2014/main" id="{F7BC7829-AF44-4BC4-8BCE-A407B06F7F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1" name="Freeform 104">
                      <a:extLst>
                        <a:ext uri="{FF2B5EF4-FFF2-40B4-BE49-F238E27FC236}">
                          <a16:creationId xmlns:a16="http://schemas.microsoft.com/office/drawing/2014/main" id="{0915E0CE-0DC8-A6A2-130D-8788CF7947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92" name="Freeform 105">
                      <a:extLst>
                        <a:ext uri="{FF2B5EF4-FFF2-40B4-BE49-F238E27FC236}">
                          <a16:creationId xmlns:a16="http://schemas.microsoft.com/office/drawing/2014/main" id="{96208C58-5516-E750-06D8-59037960CF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576" name="Group 106">
                    <a:extLst>
                      <a:ext uri="{FF2B5EF4-FFF2-40B4-BE49-F238E27FC236}">
                        <a16:creationId xmlns:a16="http://schemas.microsoft.com/office/drawing/2014/main" id="{37187298-105D-DC1A-1FF3-7C2C844A64E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7" name="Freeform 107">
                      <a:extLst>
                        <a:ext uri="{FF2B5EF4-FFF2-40B4-BE49-F238E27FC236}">
                          <a16:creationId xmlns:a16="http://schemas.microsoft.com/office/drawing/2014/main" id="{6FA3575F-1CA1-0EA4-0BB3-5C23A3EB78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8" name="Freeform 108">
                      <a:extLst>
                        <a:ext uri="{FF2B5EF4-FFF2-40B4-BE49-F238E27FC236}">
                          <a16:creationId xmlns:a16="http://schemas.microsoft.com/office/drawing/2014/main" id="{453BFA43-7019-CA84-93E1-BAADE00835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79" name="Freeform 109">
                      <a:extLst>
                        <a:ext uri="{FF2B5EF4-FFF2-40B4-BE49-F238E27FC236}">
                          <a16:creationId xmlns:a16="http://schemas.microsoft.com/office/drawing/2014/main" id="{DB36F079-BD7D-A570-CCFD-7DD7E24C3B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0" name="Freeform 110">
                      <a:extLst>
                        <a:ext uri="{FF2B5EF4-FFF2-40B4-BE49-F238E27FC236}">
                          <a16:creationId xmlns:a16="http://schemas.microsoft.com/office/drawing/2014/main" id="{DBA9ADC3-B8DD-CF60-D3FF-31AF9D346C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1" name="Freeform 111">
                      <a:extLst>
                        <a:ext uri="{FF2B5EF4-FFF2-40B4-BE49-F238E27FC236}">
                          <a16:creationId xmlns:a16="http://schemas.microsoft.com/office/drawing/2014/main" id="{0329ACC9-1AD4-731A-60C5-4A5681C8C6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2" name="Freeform 112">
                      <a:extLst>
                        <a:ext uri="{FF2B5EF4-FFF2-40B4-BE49-F238E27FC236}">
                          <a16:creationId xmlns:a16="http://schemas.microsoft.com/office/drawing/2014/main" id="{48F38B43-E4DA-140E-3E35-BE83FE461C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3" name="Freeform 113">
                      <a:extLst>
                        <a:ext uri="{FF2B5EF4-FFF2-40B4-BE49-F238E27FC236}">
                          <a16:creationId xmlns:a16="http://schemas.microsoft.com/office/drawing/2014/main" id="{4F816BB3-8F47-75EB-2836-5CDEC5008A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84" name="Freeform 114">
                      <a:extLst>
                        <a:ext uri="{FF2B5EF4-FFF2-40B4-BE49-F238E27FC236}">
                          <a16:creationId xmlns:a16="http://schemas.microsoft.com/office/drawing/2014/main" id="{018E71A1-04A4-272D-6119-C3A2B66A06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72" name="WordArt 115">
                <a:extLst>
                  <a:ext uri="{FF2B5EF4-FFF2-40B4-BE49-F238E27FC236}">
                    <a16:creationId xmlns:a16="http://schemas.microsoft.com/office/drawing/2014/main" id="{1B532D01-B0BC-EF59-C9CB-836ACD9C493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0" name="WordArt 68">
              <a:extLst>
                <a:ext uri="{FF2B5EF4-FFF2-40B4-BE49-F238E27FC236}">
                  <a16:creationId xmlns:a16="http://schemas.microsoft.com/office/drawing/2014/main" id="{BE70E082-7663-F83E-7837-53DDA7D7F1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265D9EC8-E1A7-E851-6996-6773A6A2F020}"/>
              </a:ext>
            </a:extLst>
          </p:cNvPr>
          <p:cNvGrpSpPr/>
          <p:nvPr/>
        </p:nvGrpSpPr>
        <p:grpSpPr>
          <a:xfrm>
            <a:off x="4536789" y="5174980"/>
            <a:ext cx="862465" cy="493407"/>
            <a:chOff x="967835" y="2541918"/>
            <a:chExt cx="1426054" cy="463051"/>
          </a:xfrm>
        </p:grpSpPr>
        <p:grpSp>
          <p:nvGrpSpPr>
            <p:cNvPr id="594" name="Group 93">
              <a:extLst>
                <a:ext uri="{FF2B5EF4-FFF2-40B4-BE49-F238E27FC236}">
                  <a16:creationId xmlns:a16="http://schemas.microsoft.com/office/drawing/2014/main" id="{81A96A62-CC1D-8704-C36B-FC28FF6EF7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96" name="Group 94">
                <a:extLst>
                  <a:ext uri="{FF2B5EF4-FFF2-40B4-BE49-F238E27FC236}">
                    <a16:creationId xmlns:a16="http://schemas.microsoft.com/office/drawing/2014/main" id="{EB03720D-778C-FC14-E056-94153C3CC4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98" name="AutoShape 95">
                  <a:extLst>
                    <a:ext uri="{FF2B5EF4-FFF2-40B4-BE49-F238E27FC236}">
                      <a16:creationId xmlns:a16="http://schemas.microsoft.com/office/drawing/2014/main" id="{F5658C31-7014-9F6E-AF86-0F2123A3571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99" name="Group 96">
                  <a:extLst>
                    <a:ext uri="{FF2B5EF4-FFF2-40B4-BE49-F238E27FC236}">
                      <a16:creationId xmlns:a16="http://schemas.microsoft.com/office/drawing/2014/main" id="{469BC4FE-2866-013D-2948-3B68835AD51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00" name="Group 97">
                    <a:extLst>
                      <a:ext uri="{FF2B5EF4-FFF2-40B4-BE49-F238E27FC236}">
                        <a16:creationId xmlns:a16="http://schemas.microsoft.com/office/drawing/2014/main" id="{02D1D0B8-B626-77A3-5276-4C476295093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10" name="Freeform 98">
                      <a:extLst>
                        <a:ext uri="{FF2B5EF4-FFF2-40B4-BE49-F238E27FC236}">
                          <a16:creationId xmlns:a16="http://schemas.microsoft.com/office/drawing/2014/main" id="{306E99E8-1CD3-9191-2CEF-0832D0B787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1" name="Freeform 99">
                      <a:extLst>
                        <a:ext uri="{FF2B5EF4-FFF2-40B4-BE49-F238E27FC236}">
                          <a16:creationId xmlns:a16="http://schemas.microsoft.com/office/drawing/2014/main" id="{5665773E-9E99-216D-9532-1FB59A53E4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2" name="Freeform 100">
                      <a:extLst>
                        <a:ext uri="{FF2B5EF4-FFF2-40B4-BE49-F238E27FC236}">
                          <a16:creationId xmlns:a16="http://schemas.microsoft.com/office/drawing/2014/main" id="{F117DE36-FBA3-E805-8699-B6AF7CF14A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3" name="Freeform 101">
                      <a:extLst>
                        <a:ext uri="{FF2B5EF4-FFF2-40B4-BE49-F238E27FC236}">
                          <a16:creationId xmlns:a16="http://schemas.microsoft.com/office/drawing/2014/main" id="{0612710F-A4CB-35BB-8238-4EF3590F70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4" name="Freeform 102">
                      <a:extLst>
                        <a:ext uri="{FF2B5EF4-FFF2-40B4-BE49-F238E27FC236}">
                          <a16:creationId xmlns:a16="http://schemas.microsoft.com/office/drawing/2014/main" id="{4D9120AB-303E-739A-E606-B1E5C01B61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5" name="Freeform 103">
                      <a:extLst>
                        <a:ext uri="{FF2B5EF4-FFF2-40B4-BE49-F238E27FC236}">
                          <a16:creationId xmlns:a16="http://schemas.microsoft.com/office/drawing/2014/main" id="{9833EC5A-1FC7-113A-4301-11577131C0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6" name="Freeform 104">
                      <a:extLst>
                        <a:ext uri="{FF2B5EF4-FFF2-40B4-BE49-F238E27FC236}">
                          <a16:creationId xmlns:a16="http://schemas.microsoft.com/office/drawing/2014/main" id="{FE3320C5-1243-BC47-96C5-29297CE2D9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17" name="Freeform 105">
                      <a:extLst>
                        <a:ext uri="{FF2B5EF4-FFF2-40B4-BE49-F238E27FC236}">
                          <a16:creationId xmlns:a16="http://schemas.microsoft.com/office/drawing/2014/main" id="{1C0E3872-5ABD-E7F5-A297-4CAAA957EA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01" name="Group 106">
                    <a:extLst>
                      <a:ext uri="{FF2B5EF4-FFF2-40B4-BE49-F238E27FC236}">
                        <a16:creationId xmlns:a16="http://schemas.microsoft.com/office/drawing/2014/main" id="{25E60116-53C1-9F4B-527B-03E14D680D2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02" name="Freeform 107">
                      <a:extLst>
                        <a:ext uri="{FF2B5EF4-FFF2-40B4-BE49-F238E27FC236}">
                          <a16:creationId xmlns:a16="http://schemas.microsoft.com/office/drawing/2014/main" id="{ED712C0C-3823-8F78-F670-EA67B74DB7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3" name="Freeform 108">
                      <a:extLst>
                        <a:ext uri="{FF2B5EF4-FFF2-40B4-BE49-F238E27FC236}">
                          <a16:creationId xmlns:a16="http://schemas.microsoft.com/office/drawing/2014/main" id="{AFB7AF79-D28C-C5EF-E52B-F832CE62CD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4" name="Freeform 109">
                      <a:extLst>
                        <a:ext uri="{FF2B5EF4-FFF2-40B4-BE49-F238E27FC236}">
                          <a16:creationId xmlns:a16="http://schemas.microsoft.com/office/drawing/2014/main" id="{9482106A-33C8-D21C-2F1F-F23A733DFA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5" name="Freeform 110">
                      <a:extLst>
                        <a:ext uri="{FF2B5EF4-FFF2-40B4-BE49-F238E27FC236}">
                          <a16:creationId xmlns:a16="http://schemas.microsoft.com/office/drawing/2014/main" id="{46E9E36D-B849-FFEE-F0D1-6F7B0784D3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6" name="Freeform 111">
                      <a:extLst>
                        <a:ext uri="{FF2B5EF4-FFF2-40B4-BE49-F238E27FC236}">
                          <a16:creationId xmlns:a16="http://schemas.microsoft.com/office/drawing/2014/main" id="{EA3923A4-A91A-E384-4BBD-9BA0EF374C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7" name="Freeform 112">
                      <a:extLst>
                        <a:ext uri="{FF2B5EF4-FFF2-40B4-BE49-F238E27FC236}">
                          <a16:creationId xmlns:a16="http://schemas.microsoft.com/office/drawing/2014/main" id="{C172F097-C9FA-ABD5-8161-A6188B6044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8" name="Freeform 113">
                      <a:extLst>
                        <a:ext uri="{FF2B5EF4-FFF2-40B4-BE49-F238E27FC236}">
                          <a16:creationId xmlns:a16="http://schemas.microsoft.com/office/drawing/2014/main" id="{6F60EAED-6764-07CE-1AC3-6486FEF6CB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09" name="Freeform 114">
                      <a:extLst>
                        <a:ext uri="{FF2B5EF4-FFF2-40B4-BE49-F238E27FC236}">
                          <a16:creationId xmlns:a16="http://schemas.microsoft.com/office/drawing/2014/main" id="{A0889A0C-E805-BD9B-559B-E1FE140FDF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597" name="WordArt 115">
                <a:extLst>
                  <a:ext uri="{FF2B5EF4-FFF2-40B4-BE49-F238E27FC236}">
                    <a16:creationId xmlns:a16="http://schemas.microsoft.com/office/drawing/2014/main" id="{366C9880-D516-5470-049B-DD9B8DD2227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95" name="WordArt 68">
              <a:extLst>
                <a:ext uri="{FF2B5EF4-FFF2-40B4-BE49-F238E27FC236}">
                  <a16:creationId xmlns:a16="http://schemas.microsoft.com/office/drawing/2014/main" id="{A25287F6-2922-565A-9795-660E657BD3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</a:t>
              </a: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469BE7DF-8125-8DF2-0184-3943B3FAAC60}"/>
              </a:ext>
            </a:extLst>
          </p:cNvPr>
          <p:cNvGrpSpPr/>
          <p:nvPr/>
        </p:nvGrpSpPr>
        <p:grpSpPr>
          <a:xfrm>
            <a:off x="6114465" y="5179301"/>
            <a:ext cx="862465" cy="493407"/>
            <a:chOff x="967835" y="2541918"/>
            <a:chExt cx="1426054" cy="463051"/>
          </a:xfrm>
        </p:grpSpPr>
        <p:grpSp>
          <p:nvGrpSpPr>
            <p:cNvPr id="619" name="Group 93">
              <a:extLst>
                <a:ext uri="{FF2B5EF4-FFF2-40B4-BE49-F238E27FC236}">
                  <a16:creationId xmlns:a16="http://schemas.microsoft.com/office/drawing/2014/main" id="{AC8F3A65-E38F-2663-A104-7E218F4206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21" name="Group 94">
                <a:extLst>
                  <a:ext uri="{FF2B5EF4-FFF2-40B4-BE49-F238E27FC236}">
                    <a16:creationId xmlns:a16="http://schemas.microsoft.com/office/drawing/2014/main" id="{8E64AE80-3218-AC9A-CB05-04EF3EE403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23" name="AutoShape 95">
                  <a:extLst>
                    <a:ext uri="{FF2B5EF4-FFF2-40B4-BE49-F238E27FC236}">
                      <a16:creationId xmlns:a16="http://schemas.microsoft.com/office/drawing/2014/main" id="{51C5B4C7-8D6C-BD25-DD77-6A1CC1396A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24" name="Group 96">
                  <a:extLst>
                    <a:ext uri="{FF2B5EF4-FFF2-40B4-BE49-F238E27FC236}">
                      <a16:creationId xmlns:a16="http://schemas.microsoft.com/office/drawing/2014/main" id="{59E16BFB-DC99-24FA-2653-39F04412516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25" name="Group 97">
                    <a:extLst>
                      <a:ext uri="{FF2B5EF4-FFF2-40B4-BE49-F238E27FC236}">
                        <a16:creationId xmlns:a16="http://schemas.microsoft.com/office/drawing/2014/main" id="{20923034-8E1F-2DB2-A2E9-1EA7EBFEDDB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35" name="Freeform 98">
                      <a:extLst>
                        <a:ext uri="{FF2B5EF4-FFF2-40B4-BE49-F238E27FC236}">
                          <a16:creationId xmlns:a16="http://schemas.microsoft.com/office/drawing/2014/main" id="{06E1EA99-8B07-42E4-2941-4B032DDEBF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6" name="Freeform 99">
                      <a:extLst>
                        <a:ext uri="{FF2B5EF4-FFF2-40B4-BE49-F238E27FC236}">
                          <a16:creationId xmlns:a16="http://schemas.microsoft.com/office/drawing/2014/main" id="{90D136FB-8476-F200-5477-E616F907A8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7" name="Freeform 100">
                      <a:extLst>
                        <a:ext uri="{FF2B5EF4-FFF2-40B4-BE49-F238E27FC236}">
                          <a16:creationId xmlns:a16="http://schemas.microsoft.com/office/drawing/2014/main" id="{63108C77-9A31-AF98-874F-1813F26ED6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8" name="Freeform 101">
                      <a:extLst>
                        <a:ext uri="{FF2B5EF4-FFF2-40B4-BE49-F238E27FC236}">
                          <a16:creationId xmlns:a16="http://schemas.microsoft.com/office/drawing/2014/main" id="{DD107FFC-7F33-47D4-9596-47F7ED5A83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9" name="Freeform 102">
                      <a:extLst>
                        <a:ext uri="{FF2B5EF4-FFF2-40B4-BE49-F238E27FC236}">
                          <a16:creationId xmlns:a16="http://schemas.microsoft.com/office/drawing/2014/main" id="{9810C592-1929-D23E-7EEE-D8A497246B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0" name="Freeform 103">
                      <a:extLst>
                        <a:ext uri="{FF2B5EF4-FFF2-40B4-BE49-F238E27FC236}">
                          <a16:creationId xmlns:a16="http://schemas.microsoft.com/office/drawing/2014/main" id="{1B5E2124-1BCC-CBF5-8F46-C814B0AC1F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1" name="Freeform 104">
                      <a:extLst>
                        <a:ext uri="{FF2B5EF4-FFF2-40B4-BE49-F238E27FC236}">
                          <a16:creationId xmlns:a16="http://schemas.microsoft.com/office/drawing/2014/main" id="{051A71EE-EAF0-7992-15EA-61CDB2C965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42" name="Freeform 105">
                      <a:extLst>
                        <a:ext uri="{FF2B5EF4-FFF2-40B4-BE49-F238E27FC236}">
                          <a16:creationId xmlns:a16="http://schemas.microsoft.com/office/drawing/2014/main" id="{73EC62F5-A3B6-EBF0-3474-8020204D3B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26" name="Group 106">
                    <a:extLst>
                      <a:ext uri="{FF2B5EF4-FFF2-40B4-BE49-F238E27FC236}">
                        <a16:creationId xmlns:a16="http://schemas.microsoft.com/office/drawing/2014/main" id="{7D409E21-9285-9BD0-65C0-9251C542F73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27" name="Freeform 107">
                      <a:extLst>
                        <a:ext uri="{FF2B5EF4-FFF2-40B4-BE49-F238E27FC236}">
                          <a16:creationId xmlns:a16="http://schemas.microsoft.com/office/drawing/2014/main" id="{1A85E564-3770-20B0-42CD-FE8EF32E17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8" name="Freeform 108">
                      <a:extLst>
                        <a:ext uri="{FF2B5EF4-FFF2-40B4-BE49-F238E27FC236}">
                          <a16:creationId xmlns:a16="http://schemas.microsoft.com/office/drawing/2014/main" id="{8BCBC2F0-959B-92E5-B187-0C8878255C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29" name="Freeform 109">
                      <a:extLst>
                        <a:ext uri="{FF2B5EF4-FFF2-40B4-BE49-F238E27FC236}">
                          <a16:creationId xmlns:a16="http://schemas.microsoft.com/office/drawing/2014/main" id="{63FBD382-7730-9548-9DA1-69E26EB221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0" name="Freeform 110">
                      <a:extLst>
                        <a:ext uri="{FF2B5EF4-FFF2-40B4-BE49-F238E27FC236}">
                          <a16:creationId xmlns:a16="http://schemas.microsoft.com/office/drawing/2014/main" id="{2A45AA2A-DEA5-4AF2-DB78-E444A228F8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1" name="Freeform 111">
                      <a:extLst>
                        <a:ext uri="{FF2B5EF4-FFF2-40B4-BE49-F238E27FC236}">
                          <a16:creationId xmlns:a16="http://schemas.microsoft.com/office/drawing/2014/main" id="{9FAF9A54-0981-79F4-9833-0376974E63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2" name="Freeform 112">
                      <a:extLst>
                        <a:ext uri="{FF2B5EF4-FFF2-40B4-BE49-F238E27FC236}">
                          <a16:creationId xmlns:a16="http://schemas.microsoft.com/office/drawing/2014/main" id="{DEC23FFA-70AD-5315-01B0-CFF725E964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3" name="Freeform 113">
                      <a:extLst>
                        <a:ext uri="{FF2B5EF4-FFF2-40B4-BE49-F238E27FC236}">
                          <a16:creationId xmlns:a16="http://schemas.microsoft.com/office/drawing/2014/main" id="{44F0CB67-8A51-1D13-4B81-2FE5C5C825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34" name="Freeform 114">
                      <a:extLst>
                        <a:ext uri="{FF2B5EF4-FFF2-40B4-BE49-F238E27FC236}">
                          <a16:creationId xmlns:a16="http://schemas.microsoft.com/office/drawing/2014/main" id="{2F05D122-E7BD-7521-EAD1-CD1B717EA6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22" name="WordArt 115">
                <a:extLst>
                  <a:ext uri="{FF2B5EF4-FFF2-40B4-BE49-F238E27FC236}">
                    <a16:creationId xmlns:a16="http://schemas.microsoft.com/office/drawing/2014/main" id="{562812A7-AC0D-305F-E578-C7A1C0867BD9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0" name="WordArt 68">
              <a:extLst>
                <a:ext uri="{FF2B5EF4-FFF2-40B4-BE49-F238E27FC236}">
                  <a16:creationId xmlns:a16="http://schemas.microsoft.com/office/drawing/2014/main" id="{421C27BE-A19B-D24A-C2B4-458AD29176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</a:t>
              </a: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300CBB4F-7DF2-4E44-7D92-3C37789AD9C6}"/>
              </a:ext>
            </a:extLst>
          </p:cNvPr>
          <p:cNvSpPr txBox="1"/>
          <p:nvPr/>
        </p:nvSpPr>
        <p:spPr>
          <a:xfrm>
            <a:off x="8594698" y="3510398"/>
            <a:ext cx="1037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(Denmark)</a:t>
            </a: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9DBB220A-A919-829E-AD97-629CC973E451}"/>
              </a:ext>
            </a:extLst>
          </p:cNvPr>
          <p:cNvGrpSpPr/>
          <p:nvPr/>
        </p:nvGrpSpPr>
        <p:grpSpPr>
          <a:xfrm>
            <a:off x="7692141" y="5179300"/>
            <a:ext cx="862465" cy="493407"/>
            <a:chOff x="967835" y="2541918"/>
            <a:chExt cx="1426054" cy="463051"/>
          </a:xfrm>
        </p:grpSpPr>
        <p:grpSp>
          <p:nvGrpSpPr>
            <p:cNvPr id="644" name="Group 93">
              <a:extLst>
                <a:ext uri="{FF2B5EF4-FFF2-40B4-BE49-F238E27FC236}">
                  <a16:creationId xmlns:a16="http://schemas.microsoft.com/office/drawing/2014/main" id="{7682A0F7-77FC-5AC5-A738-3B9BB1935B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6" name="Group 94">
                <a:extLst>
                  <a:ext uri="{FF2B5EF4-FFF2-40B4-BE49-F238E27FC236}">
                    <a16:creationId xmlns:a16="http://schemas.microsoft.com/office/drawing/2014/main" id="{AD5B6C50-D970-BFC5-7A42-6F8C9DE1018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48" name="AutoShape 95">
                  <a:extLst>
                    <a:ext uri="{FF2B5EF4-FFF2-40B4-BE49-F238E27FC236}">
                      <a16:creationId xmlns:a16="http://schemas.microsoft.com/office/drawing/2014/main" id="{F1A1C20F-DE64-C9D9-BC83-30B255856F7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49" name="Group 96">
                  <a:extLst>
                    <a:ext uri="{FF2B5EF4-FFF2-40B4-BE49-F238E27FC236}">
                      <a16:creationId xmlns:a16="http://schemas.microsoft.com/office/drawing/2014/main" id="{8E578807-24CF-AFCE-7F40-F66D8E30901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50" name="Group 97">
                    <a:extLst>
                      <a:ext uri="{FF2B5EF4-FFF2-40B4-BE49-F238E27FC236}">
                        <a16:creationId xmlns:a16="http://schemas.microsoft.com/office/drawing/2014/main" id="{242B6FB1-13BD-7B3C-3D2F-B90C34DF4E0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60" name="Freeform 98">
                      <a:extLst>
                        <a:ext uri="{FF2B5EF4-FFF2-40B4-BE49-F238E27FC236}">
                          <a16:creationId xmlns:a16="http://schemas.microsoft.com/office/drawing/2014/main" id="{C6A697C7-DEC5-EF4B-338A-CC28FD2440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1" name="Freeform 99">
                      <a:extLst>
                        <a:ext uri="{FF2B5EF4-FFF2-40B4-BE49-F238E27FC236}">
                          <a16:creationId xmlns:a16="http://schemas.microsoft.com/office/drawing/2014/main" id="{6A16815E-C274-DF83-94DA-6390EE4FA6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2" name="Freeform 100">
                      <a:extLst>
                        <a:ext uri="{FF2B5EF4-FFF2-40B4-BE49-F238E27FC236}">
                          <a16:creationId xmlns:a16="http://schemas.microsoft.com/office/drawing/2014/main" id="{D04B688E-F19A-6DDD-C379-8735B67910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3" name="Freeform 101">
                      <a:extLst>
                        <a:ext uri="{FF2B5EF4-FFF2-40B4-BE49-F238E27FC236}">
                          <a16:creationId xmlns:a16="http://schemas.microsoft.com/office/drawing/2014/main" id="{705DE242-62B2-E99D-3B7F-691DBC1BFB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4" name="Freeform 102">
                      <a:extLst>
                        <a:ext uri="{FF2B5EF4-FFF2-40B4-BE49-F238E27FC236}">
                          <a16:creationId xmlns:a16="http://schemas.microsoft.com/office/drawing/2014/main" id="{3B90ECBE-B4E2-EF00-9931-C3071DEEEF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5" name="Freeform 103">
                      <a:extLst>
                        <a:ext uri="{FF2B5EF4-FFF2-40B4-BE49-F238E27FC236}">
                          <a16:creationId xmlns:a16="http://schemas.microsoft.com/office/drawing/2014/main" id="{87A2F42D-DAAA-4378-DA76-A1DAC5F365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6" name="Freeform 104">
                      <a:extLst>
                        <a:ext uri="{FF2B5EF4-FFF2-40B4-BE49-F238E27FC236}">
                          <a16:creationId xmlns:a16="http://schemas.microsoft.com/office/drawing/2014/main" id="{0568D429-7300-B3AF-53E1-703F3E6A89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67" name="Freeform 105">
                      <a:extLst>
                        <a:ext uri="{FF2B5EF4-FFF2-40B4-BE49-F238E27FC236}">
                          <a16:creationId xmlns:a16="http://schemas.microsoft.com/office/drawing/2014/main" id="{BBB0E1E3-D663-BA4D-D97B-45CBEA94B3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51" name="Group 106">
                    <a:extLst>
                      <a:ext uri="{FF2B5EF4-FFF2-40B4-BE49-F238E27FC236}">
                        <a16:creationId xmlns:a16="http://schemas.microsoft.com/office/drawing/2014/main" id="{3D8F7E72-8367-EDC4-054C-3AE1BD23086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52" name="Freeform 107">
                      <a:extLst>
                        <a:ext uri="{FF2B5EF4-FFF2-40B4-BE49-F238E27FC236}">
                          <a16:creationId xmlns:a16="http://schemas.microsoft.com/office/drawing/2014/main" id="{1D3266D5-F8E1-8175-FDB9-3088682272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3" name="Freeform 108">
                      <a:extLst>
                        <a:ext uri="{FF2B5EF4-FFF2-40B4-BE49-F238E27FC236}">
                          <a16:creationId xmlns:a16="http://schemas.microsoft.com/office/drawing/2014/main" id="{A471E70E-27BC-9953-4610-7726A7FF41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4" name="Freeform 109">
                      <a:extLst>
                        <a:ext uri="{FF2B5EF4-FFF2-40B4-BE49-F238E27FC236}">
                          <a16:creationId xmlns:a16="http://schemas.microsoft.com/office/drawing/2014/main" id="{7BA851A4-751B-EFC8-8D2B-8150FD7F09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5" name="Freeform 110">
                      <a:extLst>
                        <a:ext uri="{FF2B5EF4-FFF2-40B4-BE49-F238E27FC236}">
                          <a16:creationId xmlns:a16="http://schemas.microsoft.com/office/drawing/2014/main" id="{84391E9C-A21C-8818-DD64-9C3D2018C3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6" name="Freeform 111">
                      <a:extLst>
                        <a:ext uri="{FF2B5EF4-FFF2-40B4-BE49-F238E27FC236}">
                          <a16:creationId xmlns:a16="http://schemas.microsoft.com/office/drawing/2014/main" id="{E9723FBD-991C-68B5-C6A1-F97FB5580E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7" name="Freeform 112">
                      <a:extLst>
                        <a:ext uri="{FF2B5EF4-FFF2-40B4-BE49-F238E27FC236}">
                          <a16:creationId xmlns:a16="http://schemas.microsoft.com/office/drawing/2014/main" id="{AA8BDF8E-C8F9-0A43-200E-9562977754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8" name="Freeform 113">
                      <a:extLst>
                        <a:ext uri="{FF2B5EF4-FFF2-40B4-BE49-F238E27FC236}">
                          <a16:creationId xmlns:a16="http://schemas.microsoft.com/office/drawing/2014/main" id="{C08550CB-AF96-40E9-5B4B-9A3B739874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59" name="Freeform 114">
                      <a:extLst>
                        <a:ext uri="{FF2B5EF4-FFF2-40B4-BE49-F238E27FC236}">
                          <a16:creationId xmlns:a16="http://schemas.microsoft.com/office/drawing/2014/main" id="{47AD2D67-9E69-CEF5-A3AA-DD96DF5DDF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7" name="WordArt 115">
                <a:extLst>
                  <a:ext uri="{FF2B5EF4-FFF2-40B4-BE49-F238E27FC236}">
                    <a16:creationId xmlns:a16="http://schemas.microsoft.com/office/drawing/2014/main" id="{3C3479EA-0480-5F5D-177B-EDEB3257B24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45" name="WordArt 68">
              <a:extLst>
                <a:ext uri="{FF2B5EF4-FFF2-40B4-BE49-F238E27FC236}">
                  <a16:creationId xmlns:a16="http://schemas.microsoft.com/office/drawing/2014/main" id="{7695CED0-7164-8AEE-FEE1-CAC7039A82A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EBA2CC5F-24FA-E56E-B87B-0B6BDDA996B7}"/>
              </a:ext>
            </a:extLst>
          </p:cNvPr>
          <p:cNvSpPr txBox="1"/>
          <p:nvPr/>
        </p:nvSpPr>
        <p:spPr>
          <a:xfrm>
            <a:off x="10159516" y="526340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(Italy)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2FC28-1BDF-149F-22DF-022A0BD4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DNS failures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400D4C9D-DEBB-055B-E44E-011ECE6887FC}"/>
              </a:ext>
            </a:extLst>
          </p:cNvPr>
          <p:cNvSpPr txBox="1"/>
          <p:nvPr/>
        </p:nvSpPr>
        <p:spPr>
          <a:xfrm>
            <a:off x="2035621" y="39308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A3B10B37-A453-B089-A893-E422E519ECBB}"/>
              </a:ext>
            </a:extLst>
          </p:cNvPr>
          <p:cNvSpPr txBox="1"/>
          <p:nvPr/>
        </p:nvSpPr>
        <p:spPr>
          <a:xfrm>
            <a:off x="7103609" y="176861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(Sweden)</a:t>
            </a:r>
          </a:p>
        </p:txBody>
      </p:sp>
      <p:cxnSp>
        <p:nvCxnSpPr>
          <p:cNvPr id="24" name="AutoShape 40">
            <a:extLst>
              <a:ext uri="{FF2B5EF4-FFF2-40B4-BE49-F238E27FC236}">
                <a16:creationId xmlns:a16="http://schemas.microsoft.com/office/drawing/2014/main" id="{A58F34DB-7151-98F8-F148-42B58A8460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365" y="3698259"/>
            <a:ext cx="1441962" cy="150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1E2CF3-1DBB-E171-668A-0B0E27A63D35}"/>
              </a:ext>
            </a:extLst>
          </p:cNvPr>
          <p:cNvGrpSpPr/>
          <p:nvPr/>
        </p:nvGrpSpPr>
        <p:grpSpPr>
          <a:xfrm>
            <a:off x="-204574" y="3323922"/>
            <a:ext cx="2239992" cy="1128494"/>
            <a:chOff x="7918274" y="14473101"/>
            <a:chExt cx="1407366" cy="709022"/>
          </a:xfrm>
        </p:grpSpPr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248A91BE-C1D0-7E02-C9F2-CF7DBAE67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274" y="14987379"/>
              <a:ext cx="1407366" cy="19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400" b="1" dirty="0"/>
                <a:t>client</a:t>
              </a:r>
            </a:p>
          </p:txBody>
        </p:sp>
        <p:pic>
          <p:nvPicPr>
            <p:cNvPr id="23" name="Picture 231">
              <a:extLst>
                <a:ext uri="{FF2B5EF4-FFF2-40B4-BE49-F238E27FC236}">
                  <a16:creationId xmlns:a16="http://schemas.microsoft.com/office/drawing/2014/main" id="{541F6366-3595-309F-05CA-7A062F7B7B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24BC86-013B-367A-32C4-840A27E1E87F}"/>
              </a:ext>
            </a:extLst>
          </p:cNvPr>
          <p:cNvGrpSpPr/>
          <p:nvPr/>
        </p:nvGrpSpPr>
        <p:grpSpPr>
          <a:xfrm>
            <a:off x="2082413" y="3429000"/>
            <a:ext cx="862465" cy="493407"/>
            <a:chOff x="967835" y="2541918"/>
            <a:chExt cx="1426054" cy="463051"/>
          </a:xfrm>
        </p:grpSpPr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3F27C162-CA2C-FCA8-35D7-C084151C2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2" name="Group 94">
                <a:extLst>
                  <a:ext uri="{FF2B5EF4-FFF2-40B4-BE49-F238E27FC236}">
                    <a16:creationId xmlns:a16="http://schemas.microsoft.com/office/drawing/2014/main" id="{93D1909E-085A-CC06-A4B3-2EC4B44DCEC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4" name="AutoShape 95">
                  <a:extLst>
                    <a:ext uri="{FF2B5EF4-FFF2-40B4-BE49-F238E27FC236}">
                      <a16:creationId xmlns:a16="http://schemas.microsoft.com/office/drawing/2014/main" id="{4CD9DC44-D8BF-062A-4480-1AE163DC797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" name="Group 96">
                  <a:extLst>
                    <a:ext uri="{FF2B5EF4-FFF2-40B4-BE49-F238E27FC236}">
                      <a16:creationId xmlns:a16="http://schemas.microsoft.com/office/drawing/2014/main" id="{EE0F42E4-B63F-BC02-5DA9-AEB1C38C7B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6" name="Group 97">
                    <a:extLst>
                      <a:ext uri="{FF2B5EF4-FFF2-40B4-BE49-F238E27FC236}">
                        <a16:creationId xmlns:a16="http://schemas.microsoft.com/office/drawing/2014/main" id="{D8391F43-6F11-76EB-CB31-4FA88A5A30D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" name="Freeform 98">
                      <a:extLst>
                        <a:ext uri="{FF2B5EF4-FFF2-40B4-BE49-F238E27FC236}">
                          <a16:creationId xmlns:a16="http://schemas.microsoft.com/office/drawing/2014/main" id="{CECDB748-714F-034A-49F4-7CF4181121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" name="Freeform 99">
                      <a:extLst>
                        <a:ext uri="{FF2B5EF4-FFF2-40B4-BE49-F238E27FC236}">
                          <a16:creationId xmlns:a16="http://schemas.microsoft.com/office/drawing/2014/main" id="{5B4DA0C2-7430-FC33-5C96-AEC8585D08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" name="Freeform 100">
                      <a:extLst>
                        <a:ext uri="{FF2B5EF4-FFF2-40B4-BE49-F238E27FC236}">
                          <a16:creationId xmlns:a16="http://schemas.microsoft.com/office/drawing/2014/main" id="{73389B78-0EA2-8873-2AE3-23EE1F2A8C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9" name="Freeform 101">
                      <a:extLst>
                        <a:ext uri="{FF2B5EF4-FFF2-40B4-BE49-F238E27FC236}">
                          <a16:creationId xmlns:a16="http://schemas.microsoft.com/office/drawing/2014/main" id="{4CC82E24-73E2-4556-2706-0FFFA76B50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0" name="Freeform 102">
                      <a:extLst>
                        <a:ext uri="{FF2B5EF4-FFF2-40B4-BE49-F238E27FC236}">
                          <a16:creationId xmlns:a16="http://schemas.microsoft.com/office/drawing/2014/main" id="{0DEDED42-874F-9E71-1492-D5283EDA8C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1E10FEE7-ED1F-010A-6C53-53BD7FC2B5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2" name="Freeform 104">
                      <a:extLst>
                        <a:ext uri="{FF2B5EF4-FFF2-40B4-BE49-F238E27FC236}">
                          <a16:creationId xmlns:a16="http://schemas.microsoft.com/office/drawing/2014/main" id="{AD24C7A7-8F71-EA40-BD72-2DBEBB1F41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53" name="Freeform 105">
                      <a:extLst>
                        <a:ext uri="{FF2B5EF4-FFF2-40B4-BE49-F238E27FC236}">
                          <a16:creationId xmlns:a16="http://schemas.microsoft.com/office/drawing/2014/main" id="{175CEB5A-7173-53C9-6618-E3C918F07E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37" name="Group 106">
                    <a:extLst>
                      <a:ext uri="{FF2B5EF4-FFF2-40B4-BE49-F238E27FC236}">
                        <a16:creationId xmlns:a16="http://schemas.microsoft.com/office/drawing/2014/main" id="{37D69349-EE24-5B9B-8328-98B164F96C4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8" name="Freeform 107">
                      <a:extLst>
                        <a:ext uri="{FF2B5EF4-FFF2-40B4-BE49-F238E27FC236}">
                          <a16:creationId xmlns:a16="http://schemas.microsoft.com/office/drawing/2014/main" id="{92650DF9-1A0B-F0DC-42CE-420FE45408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9" name="Freeform 108">
                      <a:extLst>
                        <a:ext uri="{FF2B5EF4-FFF2-40B4-BE49-F238E27FC236}">
                          <a16:creationId xmlns:a16="http://schemas.microsoft.com/office/drawing/2014/main" id="{F9DD6C46-9A1D-8F6C-11D6-AB5F230BFF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0" name="Freeform 109">
                      <a:extLst>
                        <a:ext uri="{FF2B5EF4-FFF2-40B4-BE49-F238E27FC236}">
                          <a16:creationId xmlns:a16="http://schemas.microsoft.com/office/drawing/2014/main" id="{227DFD84-6033-03E0-7FF3-81A9A9E2F5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1" name="Freeform 110">
                      <a:extLst>
                        <a:ext uri="{FF2B5EF4-FFF2-40B4-BE49-F238E27FC236}">
                          <a16:creationId xmlns:a16="http://schemas.microsoft.com/office/drawing/2014/main" id="{ACC04115-C78E-B9BB-C3CE-7D567E1E18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2" name="Freeform 111">
                      <a:extLst>
                        <a:ext uri="{FF2B5EF4-FFF2-40B4-BE49-F238E27FC236}">
                          <a16:creationId xmlns:a16="http://schemas.microsoft.com/office/drawing/2014/main" id="{387A9BE0-5CFC-C64E-1DDC-413A0FCBFE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" name="Freeform 112">
                      <a:extLst>
                        <a:ext uri="{FF2B5EF4-FFF2-40B4-BE49-F238E27FC236}">
                          <a16:creationId xmlns:a16="http://schemas.microsoft.com/office/drawing/2014/main" id="{1F96A634-ED7B-86EE-C47D-C3E5B2D6E3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" name="Freeform 113">
                      <a:extLst>
                        <a:ext uri="{FF2B5EF4-FFF2-40B4-BE49-F238E27FC236}">
                          <a16:creationId xmlns:a16="http://schemas.microsoft.com/office/drawing/2014/main" id="{F27595C5-88D9-E3CC-F8FD-2178C3F2AF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5" name="Freeform 114">
                      <a:extLst>
                        <a:ext uri="{FF2B5EF4-FFF2-40B4-BE49-F238E27FC236}">
                          <a16:creationId xmlns:a16="http://schemas.microsoft.com/office/drawing/2014/main" id="{D1FC1369-45AF-609C-3575-9EAABF58BF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33" name="WordArt 115">
                <a:extLst>
                  <a:ext uri="{FF2B5EF4-FFF2-40B4-BE49-F238E27FC236}">
                    <a16:creationId xmlns:a16="http://schemas.microsoft.com/office/drawing/2014/main" id="{13BA528B-32C7-8AC9-60E1-4230FB65234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1" name="WordArt 68">
              <a:extLst>
                <a:ext uri="{FF2B5EF4-FFF2-40B4-BE49-F238E27FC236}">
                  <a16:creationId xmlns:a16="http://schemas.microsoft.com/office/drawing/2014/main" id="{F08783DF-AEAA-E315-C9AA-5922CDBCE9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20FBA08-7949-6B5A-1E53-60EE2D04BB2B}"/>
              </a:ext>
            </a:extLst>
          </p:cNvPr>
          <p:cNvSpPr txBox="1"/>
          <p:nvPr/>
        </p:nvSpPr>
        <p:spPr>
          <a:xfrm>
            <a:off x="5195144" y="121131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10.10.1.0/30</a:t>
            </a:r>
          </a:p>
        </p:txBody>
      </p:sp>
      <p:sp>
        <p:nvSpPr>
          <p:cNvPr id="4" name="Line 149">
            <a:extLst>
              <a:ext uri="{FF2B5EF4-FFF2-40B4-BE49-F238E27FC236}">
                <a16:creationId xmlns:a16="http://schemas.microsoft.com/office/drawing/2014/main" id="{22E64521-E1A6-A8B7-E241-558EEBB9D2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1415" y="1499781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" name="Text Box 153">
            <a:extLst>
              <a:ext uri="{FF2B5EF4-FFF2-40B4-BE49-F238E27FC236}">
                <a16:creationId xmlns:a16="http://schemas.microsoft.com/office/drawing/2014/main" id="{E99B29FD-B2E4-62EF-4E1C-B740BD969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681" y="1284487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5C114E-886F-0D51-9C71-D1B391D18719}"/>
              </a:ext>
            </a:extLst>
          </p:cNvPr>
          <p:cNvGrpSpPr>
            <a:grpSpLocks/>
          </p:cNvGrpSpPr>
          <p:nvPr/>
        </p:nvGrpSpPr>
        <p:grpSpPr bwMode="auto">
          <a:xfrm>
            <a:off x="6229645" y="1580867"/>
            <a:ext cx="632103" cy="585050"/>
            <a:chOff x="4705" y="893"/>
            <a:chExt cx="618" cy="572"/>
          </a:xfrm>
        </p:grpSpPr>
        <p:sp>
          <p:nvSpPr>
            <p:cNvPr id="10" name="AutoShape 171">
              <a:extLst>
                <a:ext uri="{FF2B5EF4-FFF2-40B4-BE49-F238E27FC236}">
                  <a16:creationId xmlns:a16="http://schemas.microsoft.com/office/drawing/2014/main" id="{9855F445-44B2-BCC8-B93E-CD63872E2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1" name="mainfrm">
              <a:extLst>
                <a:ext uri="{FF2B5EF4-FFF2-40B4-BE49-F238E27FC236}">
                  <a16:creationId xmlns:a16="http://schemas.microsoft.com/office/drawing/2014/main" id="{7A2C712D-2DEF-8753-A202-1791947AC27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WordArt 173">
              <a:extLst>
                <a:ext uri="{FF2B5EF4-FFF2-40B4-BE49-F238E27FC236}">
                  <a16:creationId xmlns:a16="http://schemas.microsoft.com/office/drawing/2014/main" id="{80AA6EBD-0AEC-929C-8B31-D8D87490A06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21F0851-7639-9757-30E1-80DF0A2DC1BD}"/>
              </a:ext>
            </a:extLst>
          </p:cNvPr>
          <p:cNvSpPr txBox="1"/>
          <p:nvPr/>
        </p:nvSpPr>
        <p:spPr>
          <a:xfrm>
            <a:off x="6768351" y="3032526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10.30.1.0/30</a:t>
            </a:r>
          </a:p>
        </p:txBody>
      </p:sp>
      <p:sp>
        <p:nvSpPr>
          <p:cNvPr id="7" name="Line 149">
            <a:extLst>
              <a:ext uri="{FF2B5EF4-FFF2-40B4-BE49-F238E27FC236}">
                <a16:creationId xmlns:a16="http://schemas.microsoft.com/office/drawing/2014/main" id="{FF6C4950-FC7F-13E0-9B8C-C7458499C2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4670" y="3230562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5353E530-94D5-ABD5-1852-17807CFF1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936" y="3015268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8D2C18-EE0A-5FB6-55FB-FCA927360462}"/>
              </a:ext>
            </a:extLst>
          </p:cNvPr>
          <p:cNvGrpSpPr>
            <a:grpSpLocks/>
          </p:cNvGrpSpPr>
          <p:nvPr/>
        </p:nvGrpSpPr>
        <p:grpSpPr bwMode="auto">
          <a:xfrm>
            <a:off x="7812431" y="3371761"/>
            <a:ext cx="632103" cy="585050"/>
            <a:chOff x="4705" y="893"/>
            <a:chExt cx="618" cy="572"/>
          </a:xfrm>
        </p:grpSpPr>
        <p:sp>
          <p:nvSpPr>
            <p:cNvPr id="14" name="AutoShape 171">
              <a:extLst>
                <a:ext uri="{FF2B5EF4-FFF2-40B4-BE49-F238E27FC236}">
                  <a16:creationId xmlns:a16="http://schemas.microsoft.com/office/drawing/2014/main" id="{7381B709-AE8B-2C90-800C-2A0163449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" name="mainfrm">
              <a:extLst>
                <a:ext uri="{FF2B5EF4-FFF2-40B4-BE49-F238E27FC236}">
                  <a16:creationId xmlns:a16="http://schemas.microsoft.com/office/drawing/2014/main" id="{75E7DCD3-8801-AF95-1527-EE4249B22D2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WordArt 173">
              <a:extLst>
                <a:ext uri="{FF2B5EF4-FFF2-40B4-BE49-F238E27FC236}">
                  <a16:creationId xmlns:a16="http://schemas.microsoft.com/office/drawing/2014/main" id="{6E44651A-0CED-B592-B1F0-BEC48B0C19B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E82F402-C294-8292-A90D-5A7F561C708A}"/>
              </a:ext>
            </a:extLst>
          </p:cNvPr>
          <p:cNvSpPr txBox="1"/>
          <p:nvPr/>
        </p:nvSpPr>
        <p:spPr>
          <a:xfrm>
            <a:off x="8254637" y="4782830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Peering LAN</a:t>
            </a:r>
          </a:p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10.60.1.0/30</a:t>
            </a:r>
          </a:p>
        </p:txBody>
      </p:sp>
      <p:sp>
        <p:nvSpPr>
          <p:cNvPr id="54" name="Line 149">
            <a:extLst>
              <a:ext uri="{FF2B5EF4-FFF2-40B4-BE49-F238E27FC236}">
                <a16:creationId xmlns:a16="http://schemas.microsoft.com/office/drawing/2014/main" id="{E3788928-C611-5FF7-BCCD-329A575E06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0956" y="498086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55" name="Text Box 153">
            <a:extLst>
              <a:ext uri="{FF2B5EF4-FFF2-40B4-BE49-F238E27FC236}">
                <a16:creationId xmlns:a16="http://schemas.microsoft.com/office/drawing/2014/main" id="{8D401097-7943-37DF-9B8F-72EA85727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222" y="476557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6.7.8.9/32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1C92BB-C084-2032-68D6-06C77662B85C}"/>
              </a:ext>
            </a:extLst>
          </p:cNvPr>
          <p:cNvGrpSpPr>
            <a:grpSpLocks/>
          </p:cNvGrpSpPr>
          <p:nvPr/>
        </p:nvGrpSpPr>
        <p:grpSpPr bwMode="auto">
          <a:xfrm>
            <a:off x="9257516" y="5132517"/>
            <a:ext cx="632103" cy="585050"/>
            <a:chOff x="4705" y="893"/>
            <a:chExt cx="618" cy="572"/>
          </a:xfrm>
        </p:grpSpPr>
        <p:sp>
          <p:nvSpPr>
            <p:cNvPr id="18" name="AutoShape 171">
              <a:extLst>
                <a:ext uri="{FF2B5EF4-FFF2-40B4-BE49-F238E27FC236}">
                  <a16:creationId xmlns:a16="http://schemas.microsoft.com/office/drawing/2014/main" id="{21D79F92-662E-F5F0-4D71-88FBAB081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893"/>
              <a:ext cx="618" cy="572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9" name="mainfrm">
              <a:extLst>
                <a:ext uri="{FF2B5EF4-FFF2-40B4-BE49-F238E27FC236}">
                  <a16:creationId xmlns:a16="http://schemas.microsoft.com/office/drawing/2014/main" id="{175B7F5F-0099-7EBC-7DD6-E57E854F2CA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05" y="981"/>
              <a:ext cx="530" cy="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WordArt 173">
              <a:extLst>
                <a:ext uri="{FF2B5EF4-FFF2-40B4-BE49-F238E27FC236}">
                  <a16:creationId xmlns:a16="http://schemas.microsoft.com/office/drawing/2014/main" id="{650B8E4F-A85C-0EF1-C9B1-33E557614C8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42" y="1031"/>
              <a:ext cx="45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DNS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6BB620D-FAD6-FE16-3C04-E2A5A42ADA1D}"/>
              </a:ext>
            </a:extLst>
          </p:cNvPr>
          <p:cNvSpPr txBox="1"/>
          <p:nvPr/>
        </p:nvSpPr>
        <p:spPr>
          <a:xfrm>
            <a:off x="208768" y="1901665"/>
            <a:ext cx="316481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Prefix     Next Hop   N Hops</a:t>
            </a:r>
          </a:p>
          <a:p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&gt;6.7.8.0/24    as20        2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6.7.8.0/24    as40       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B873970-8004-5E5D-7358-7D9590D403E4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791174" y="2855772"/>
            <a:ext cx="715088" cy="5732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Close with solid fill">
            <a:extLst>
              <a:ext uri="{FF2B5EF4-FFF2-40B4-BE49-F238E27FC236}">
                <a16:creationId xmlns:a16="http://schemas.microsoft.com/office/drawing/2014/main" id="{A818DC49-C290-7BA6-1BED-AD3542FE7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279" y="14720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587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4940-AD50-2045-2BE9-FFB8F229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1346-BDA6-E38A-EF12-F0999BF7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BGP on DNS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1CB49-0678-0A02-ECBF-90DD589CA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BGP peering with the nearest router</a:t>
            </a:r>
          </a:p>
          <a:p>
            <a:r>
              <a:rPr lang="en-US" dirty="0"/>
              <a:t>announce the anycast IP prefix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FB16332D-43E7-13F8-3C8A-CE6C4E18A092}"/>
              </a:ext>
            </a:extLst>
          </p:cNvPr>
          <p:cNvGrpSpPr>
            <a:grpSpLocks/>
          </p:cNvGrpSpPr>
          <p:nvPr/>
        </p:nvGrpSpPr>
        <p:grpSpPr bwMode="auto">
          <a:xfrm>
            <a:off x="740000" y="2796433"/>
            <a:ext cx="5181510" cy="2528888"/>
            <a:chOff x="126" y="2432"/>
            <a:chExt cx="6855" cy="1593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8FC328F5-AE2B-FB09-C2C7-07622369A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411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import-check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10.10.1.1 remote-as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10.10.1.1 description AS10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6.7.8.0/24</a:t>
              </a:r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D90D4AB4-218A-2092-C9A9-1A06D2278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dns1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2A0D85D-CBDD-98E5-451C-60F62CF974DB}"/>
              </a:ext>
            </a:extLst>
          </p:cNvPr>
          <p:cNvSpPr txBox="1"/>
          <p:nvPr/>
        </p:nvSpPr>
        <p:spPr>
          <a:xfrm>
            <a:off x="3570444" y="5971346"/>
            <a:ext cx="55354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disables existence check of the networks in the RIB (needed since we are announcing the loopback)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8A682D5A-2D46-98D8-9095-4C3D528EAC67}"/>
              </a:ext>
            </a:extLst>
          </p:cNvPr>
          <p:cNvGrpSpPr>
            <a:grpSpLocks/>
          </p:cNvGrpSpPr>
          <p:nvPr/>
        </p:nvGrpSpPr>
        <p:grpSpPr bwMode="auto">
          <a:xfrm>
            <a:off x="6400890" y="2796433"/>
            <a:ext cx="5181510" cy="2528888"/>
            <a:chOff x="126" y="2432"/>
            <a:chExt cx="6855" cy="1593"/>
          </a:xfrm>
        </p:grpSpPr>
        <p:sp>
          <p:nvSpPr>
            <p:cNvPr id="26" name="AutoShape 5">
              <a:extLst>
                <a:ext uri="{FF2B5EF4-FFF2-40B4-BE49-F238E27FC236}">
                  <a16:creationId xmlns:a16="http://schemas.microsoft.com/office/drawing/2014/main" id="{66094D41-5281-D8C7-0A8F-E2602FC9E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411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import-check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10.60.1.1 remote-as 60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10.60.1.1 description AS60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network 6.7.8.0/24</a:t>
              </a:r>
            </a:p>
          </p:txBody>
        </p:sp>
        <p:sp>
          <p:nvSpPr>
            <p:cNvPr id="27" name="AutoShape 9">
              <a:extLst>
                <a:ext uri="{FF2B5EF4-FFF2-40B4-BE49-F238E27FC236}">
                  <a16:creationId xmlns:a16="http://schemas.microsoft.com/office/drawing/2014/main" id="{0C50B12E-B980-30B0-CAAD-4E7755CBB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dns3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9FBA54-EC02-E006-6884-FE5A78E8174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338172" y="3752850"/>
            <a:ext cx="180399" cy="221849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1E5036-EAAE-9F28-5C84-3F129B11B28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048125" y="3752850"/>
            <a:ext cx="2290047" cy="221849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3">
            <a:extLst>
              <a:ext uri="{FF2B5EF4-FFF2-40B4-BE49-F238E27FC236}">
                <a16:creationId xmlns:a16="http://schemas.microsoft.com/office/drawing/2014/main" id="{B51A0ED6-9F74-EBD6-C02C-D5D9BD53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746" y="4780060"/>
            <a:ext cx="2186363" cy="360363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  <p:sp>
        <p:nvSpPr>
          <p:cNvPr id="38" name="Rectangle 33">
            <a:extLst>
              <a:ext uri="{FF2B5EF4-FFF2-40B4-BE49-F238E27FC236}">
                <a16:creationId xmlns:a16="http://schemas.microsoft.com/office/drawing/2014/main" id="{3B76BC59-3357-3F01-4F0F-CB3850861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571" y="4788342"/>
            <a:ext cx="2186363" cy="360363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344262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6A24F-4BC5-5165-A290-76E76735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D255-30D2-3198-266F-5EBB6FA2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iBGP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B85EA-26CF-3FD5-5049-B6349DE50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142999"/>
          </a:xfrm>
        </p:spPr>
        <p:txBody>
          <a:bodyPr/>
          <a:lstStyle/>
          <a:p>
            <a:r>
              <a:rPr lang="en-US" dirty="0"/>
              <a:t>the nearest router has an iBGP peering with the DNS</a:t>
            </a:r>
          </a:p>
          <a:p>
            <a:r>
              <a:rPr lang="en-US" u="sng" dirty="0"/>
              <a:t>no network</a:t>
            </a:r>
            <a:r>
              <a:rPr lang="en-US" dirty="0"/>
              <a:t> is announced!</a:t>
            </a:r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7A8140C9-03A3-A783-DF1A-973D42BD0B85}"/>
              </a:ext>
            </a:extLst>
          </p:cNvPr>
          <p:cNvGrpSpPr>
            <a:grpSpLocks/>
          </p:cNvGrpSpPr>
          <p:nvPr/>
        </p:nvGrpSpPr>
        <p:grpSpPr bwMode="auto">
          <a:xfrm>
            <a:off x="3505245" y="3132237"/>
            <a:ext cx="5181510" cy="2339975"/>
            <a:chOff x="126" y="2432"/>
            <a:chExt cx="6855" cy="1474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727416DB-4A01-19CF-AF82-DC47191ED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1292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10.10.1.2 remote-as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10.10.1.2 description dns1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10.1.10.1 remote-as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10.1.10.1 description AS1</a:t>
              </a: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A5AE2536-E10C-10D3-043B-17AFAB9A4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etc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as10</a:t>
              </a:r>
            </a:p>
          </p:txBody>
        </p:sp>
      </p:grpSp>
      <p:sp>
        <p:nvSpPr>
          <p:cNvPr id="13" name="Rectangle 33">
            <a:extLst>
              <a:ext uri="{FF2B5EF4-FFF2-40B4-BE49-F238E27FC236}">
                <a16:creationId xmlns:a16="http://schemas.microsoft.com/office/drawing/2014/main" id="{9B471756-AFBA-D25F-A58D-270E384FF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411" y="4177804"/>
            <a:ext cx="4061689" cy="537071"/>
          </a:xfrm>
          <a:prstGeom prst="rect">
            <a:avLst/>
          </a:prstGeom>
          <a:solidFill>
            <a:srgbClr val="A6FB79">
              <a:alpha val="47000"/>
            </a:srgbClr>
          </a:solidFill>
          <a:ln>
            <a:noFill/>
          </a:ln>
          <a:effectLst/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61621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3B1F-4A57-BF47-FDA4-6EB75FE9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9FFD-B28A-613D-CD64-E1FFBA3A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health-check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CDC4-339F-8055-D2FD-26421653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performs a query for a record to the DNS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</a:p>
          <a:p>
            <a:pPr lvl="1"/>
            <a:r>
              <a:rPr lang="en-US" dirty="0"/>
              <a:t>if the exit code is not 0, then the anycast IP prefix is withdrawn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218AC2BC-CE7A-B073-2B7E-D39251C4EA3F}"/>
              </a:ext>
            </a:extLst>
          </p:cNvPr>
          <p:cNvGrpSpPr>
            <a:grpSpLocks/>
          </p:cNvGrpSpPr>
          <p:nvPr/>
        </p:nvGrpSpPr>
        <p:grpSpPr bwMode="auto">
          <a:xfrm>
            <a:off x="295275" y="2876467"/>
            <a:ext cx="9417423" cy="3409950"/>
            <a:chOff x="126" y="2432"/>
            <a:chExt cx="12459" cy="2148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1C4E7C43-7BC5-D6B9-84C7-AB5191B3E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2459" cy="1966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#!/bin/bash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while true; do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dig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@127.0.0.1 &gt; /dev/null;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if [[ $? != 0 ]]; then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vtysh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-c "configure" -c "router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10" -c "no network 6.7.8.0/24" &gt; /dev/null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else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vtysh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-c "configure" -c "router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10" -c "network 6.7.8.0/24" &gt; /dev/null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fi</a:t>
              </a: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sleep 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done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0733D08B-15D2-5E9E-3D74-B8AA49E07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healthcheck.sh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dns1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C46C5AE-D753-0205-16CF-D5035D68CB8C}"/>
              </a:ext>
            </a:extLst>
          </p:cNvPr>
          <p:cNvSpPr txBox="1"/>
          <p:nvPr/>
        </p:nvSpPr>
        <p:spPr>
          <a:xfrm>
            <a:off x="6238963" y="2876467"/>
            <a:ext cx="384801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performs a query for a domai</a:t>
            </a:r>
            <a:r>
              <a:rPr lang="en-US" alt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name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altLang="it-IT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@127.0.0.1</a:t>
            </a:r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uses the local daemon as resolver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3127FF-E7BA-64F4-E48A-B77E07577E3E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943225" y="3338132"/>
            <a:ext cx="3295738" cy="81953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0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F4CB-3D8E-642F-52D5-6FFC735B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8443-B7F7-2A7E-E5EC-2ABC279D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</a:t>
            </a:r>
            <a:r>
              <a:rPr lang="en-US" noProof="0" dirty="0" err="1"/>
              <a:t>healthcheck</a:t>
            </a:r>
            <a:r>
              <a:rPr lang="en-US" noProof="0" dirty="0"/>
              <a:t>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B521-E86C-838F-9B55-68147A17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performs a query for a record to the DNS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</a:p>
          <a:p>
            <a:pPr lvl="1"/>
            <a:r>
              <a:rPr lang="en-US" dirty="0"/>
              <a:t>if the exit code is not 0, then the anycast IP prefix is withdrawn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DC29493A-BA7B-8A20-1ACD-C6A59488DCED}"/>
              </a:ext>
            </a:extLst>
          </p:cNvPr>
          <p:cNvGrpSpPr>
            <a:grpSpLocks/>
          </p:cNvGrpSpPr>
          <p:nvPr/>
        </p:nvGrpSpPr>
        <p:grpSpPr bwMode="auto">
          <a:xfrm>
            <a:off x="295275" y="2876467"/>
            <a:ext cx="9417423" cy="3409950"/>
            <a:chOff x="126" y="2432"/>
            <a:chExt cx="12459" cy="2148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C0107D7F-A973-C882-3D3C-4870358ED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2459" cy="1966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#!/bin/bash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while true; do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dig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google.com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@127.0.0.1 &gt; /dev/null;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if [[ $? != 0 ]]; then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vtysh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-c "configure" -c "router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10" -c "no network 6.7.8.0/24" &gt; /dev/null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else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vtysh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-c "configure" -c "router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10" -c "network 6.7.8.0/24" &gt; /dev/null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fi</a:t>
              </a: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sleep 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done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01C73D77-50FA-4059-784E-9EC06BB9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healthcheck.sh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- dns1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F953C6A-458E-F26F-B7AD-37EBAE71284F}"/>
              </a:ext>
            </a:extLst>
          </p:cNvPr>
          <p:cNvSpPr txBox="1"/>
          <p:nvPr/>
        </p:nvSpPr>
        <p:spPr>
          <a:xfrm>
            <a:off x="6238963" y="2876467"/>
            <a:ext cx="325302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configures BGP from the CLI using </a:t>
            </a:r>
            <a:r>
              <a:rPr lang="en-US" altLang="it-IT" sz="1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vtysh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EEE1FD-EAA7-EC3E-D837-8556DF2F584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238963" y="3522798"/>
            <a:ext cx="1626511" cy="107777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922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C1D6-C6E0-0D24-F04C-5B1EA77D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C25D-6D25-0537-D955-81B59932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</a:t>
            </a:r>
            <a:r>
              <a:rPr lang="en-US" noProof="0" dirty="0" err="1"/>
              <a:t>healthcheck</a:t>
            </a:r>
            <a:r>
              <a:rPr lang="en-US" noProof="0" dirty="0"/>
              <a:t>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B7ED-932D-8E57-7BA1-B07FA8500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0545"/>
          </a:xfrm>
        </p:spPr>
        <p:txBody>
          <a:bodyPr/>
          <a:lstStyle/>
          <a:p>
            <a:r>
              <a:rPr lang="en-US" dirty="0"/>
              <a:t>performs a query for a record to the DNS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</a:p>
          <a:p>
            <a:pPr lvl="1"/>
            <a:r>
              <a:rPr lang="en-US" dirty="0"/>
              <a:t>if the exit code is not 0, then the anycast IP prefix is withdrawn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23D14CFC-C38A-E862-351C-EC792826356A}"/>
              </a:ext>
            </a:extLst>
          </p:cNvPr>
          <p:cNvGrpSpPr>
            <a:grpSpLocks/>
          </p:cNvGrpSpPr>
          <p:nvPr/>
        </p:nvGrpSpPr>
        <p:grpSpPr bwMode="auto">
          <a:xfrm>
            <a:off x="295275" y="2876469"/>
            <a:ext cx="9417423" cy="3459164"/>
            <a:chOff x="126" y="2432"/>
            <a:chExt cx="12459" cy="2179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59B3AF1C-9CEA-5442-ABF5-78746525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2459" cy="1997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address add 6.7.8.9/32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 add 6.7.8.9/32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address add 10.10.1.2/30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 add default via 10.10.1.1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systemctl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start bind9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systemctl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start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chmod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+x 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healthcheck.sh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screen -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dmS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healthcheck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/bin/bash -c "/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healthcheck.sh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"</a:t>
              </a: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244326F1-D542-69BE-C8BC-E2B691E6E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dns1.startup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82B799-77ED-49AC-43DA-B145AD144748}"/>
              </a:ext>
            </a:extLst>
          </p:cNvPr>
          <p:cNvSpPr txBox="1"/>
          <p:nvPr/>
        </p:nvSpPr>
        <p:spPr>
          <a:xfrm>
            <a:off x="6520093" y="3513571"/>
            <a:ext cx="32530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both BIND and FRR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276FB1-B2CA-BE0A-B15D-3EE0CCB22D73}"/>
              </a:ext>
            </a:extLst>
          </p:cNvPr>
          <p:cNvCxnSpPr>
            <a:cxnSpLocks/>
            <a:stCxn id="10" idx="2"/>
            <a:endCxn id="15" idx="1"/>
          </p:cNvCxnSpPr>
          <p:nvPr/>
        </p:nvCxnSpPr>
        <p:spPr>
          <a:xfrm flipH="1">
            <a:off x="3044557" y="3882903"/>
            <a:ext cx="5102047" cy="1305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EF29D51-EA96-B4F4-4A60-FB6B3E5516B5}"/>
              </a:ext>
            </a:extLst>
          </p:cNvPr>
          <p:cNvSpPr txBox="1"/>
          <p:nvPr/>
        </p:nvSpPr>
        <p:spPr>
          <a:xfrm>
            <a:off x="8481779" y="4255939"/>
            <a:ext cx="34149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launch the health-check script using a detached screen session (background execution)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51CE73-178F-9B23-DCB4-A2898138BCEB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520093" y="5179269"/>
            <a:ext cx="3669159" cy="85207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6B98E311-D6EA-9BD0-A275-4ADD48C05841}"/>
              </a:ext>
            </a:extLst>
          </p:cNvPr>
          <p:cNvSpPr/>
          <p:nvPr/>
        </p:nvSpPr>
        <p:spPr>
          <a:xfrm>
            <a:off x="2829404" y="4931490"/>
            <a:ext cx="215153" cy="513733"/>
          </a:xfrm>
          <a:prstGeom prst="rightBrac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679B7-F07C-D15A-836C-548AB50C7DC6}"/>
              </a:ext>
            </a:extLst>
          </p:cNvPr>
          <p:cNvSpPr txBox="1"/>
          <p:nvPr/>
        </p:nvSpPr>
        <p:spPr>
          <a:xfrm>
            <a:off x="4685513" y="4861039"/>
            <a:ext cx="36691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it-IT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 exec permissions to the script</a:t>
            </a:r>
            <a:endParaRPr lang="en-US" altLang="it-IT" sz="18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C03F9F-7C6C-4156-3D44-AE537AE03EF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140364" y="5230371"/>
            <a:ext cx="3379729" cy="55436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14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15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lab deep dive</a:t>
            </a:r>
          </a:p>
        </p:txBody>
      </p:sp>
    </p:spTree>
    <p:extLst>
      <p:ext uri="{BB962C8B-B14F-4D97-AF65-F5344CB8AC3E}">
        <p14:creationId xmlns:p14="http://schemas.microsoft.com/office/powerpoint/2010/main" val="2693475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13D9-0EF9-1F11-CEB0-23DB4878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10699DF-7805-3235-CA9D-E59281E22AD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79359" y="1275051"/>
            <a:ext cx="3513492" cy="2338399"/>
            <a:chOff x="2688" y="2433"/>
            <a:chExt cx="1867" cy="137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654820F-7CFA-CAFE-C646-ECAF849892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5656D7F9-C522-DB17-0317-289C9BC3AA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701"/>
              <a:ext cx="623" cy="400"/>
            </a:xfrm>
            <a:custGeom>
              <a:avLst/>
              <a:gdLst>
                <a:gd name="connsiteX0" fmla="*/ 0 w 1172419"/>
                <a:gd name="connsiteY0" fmla="*/ 449170 h 898339"/>
                <a:gd name="connsiteX1" fmla="*/ 586210 w 1172419"/>
                <a:gd name="connsiteY1" fmla="*/ 0 h 898339"/>
                <a:gd name="connsiteX2" fmla="*/ 1172420 w 1172419"/>
                <a:gd name="connsiteY2" fmla="*/ 449170 h 898339"/>
                <a:gd name="connsiteX3" fmla="*/ 586210 w 1172419"/>
                <a:gd name="connsiteY3" fmla="*/ 898340 h 898339"/>
                <a:gd name="connsiteX4" fmla="*/ 0 w 1172419"/>
                <a:gd name="connsiteY4" fmla="*/ 449170 h 898339"/>
                <a:gd name="connsiteX0" fmla="*/ 489 w 1172909"/>
                <a:gd name="connsiteY0" fmla="*/ 230020 h 679190"/>
                <a:gd name="connsiteX1" fmla="*/ 668995 w 1172909"/>
                <a:gd name="connsiteY1" fmla="*/ 306 h 679190"/>
                <a:gd name="connsiteX2" fmla="*/ 1172909 w 1172909"/>
                <a:gd name="connsiteY2" fmla="*/ 230020 h 679190"/>
                <a:gd name="connsiteX3" fmla="*/ 586699 w 1172909"/>
                <a:gd name="connsiteY3" fmla="*/ 679190 h 679190"/>
                <a:gd name="connsiteX4" fmla="*/ 489 w 1172909"/>
                <a:gd name="connsiteY4" fmla="*/ 230020 h 67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09" h="679190">
                  <a:moveTo>
                    <a:pt x="489" y="230020"/>
                  </a:moveTo>
                  <a:cubicBezTo>
                    <a:pt x="14205" y="116873"/>
                    <a:pt x="345240" y="306"/>
                    <a:pt x="668995" y="306"/>
                  </a:cubicBezTo>
                  <a:cubicBezTo>
                    <a:pt x="992750" y="306"/>
                    <a:pt x="1172909" y="-18050"/>
                    <a:pt x="1172909" y="230020"/>
                  </a:cubicBezTo>
                  <a:cubicBezTo>
                    <a:pt x="1172909" y="478090"/>
                    <a:pt x="910454" y="679190"/>
                    <a:pt x="586699" y="679190"/>
                  </a:cubicBezTo>
                  <a:cubicBezTo>
                    <a:pt x="262944" y="679190"/>
                    <a:pt x="-13227" y="343167"/>
                    <a:pt x="489" y="230020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B7A8A1B8-9A9C-0F5D-B4F7-D9B1767541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C66E1D89-C982-4717-BF02-A4C695FDAC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FAABBDA-F9F8-7A7C-C3B6-7C3B920BE5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89" cy="652"/>
            </a:xfrm>
            <a:custGeom>
              <a:avLst/>
              <a:gdLst>
                <a:gd name="connsiteX0" fmla="*/ 0 w 1778388"/>
                <a:gd name="connsiteY0" fmla="*/ 470397 h 940794"/>
                <a:gd name="connsiteX1" fmla="*/ 889194 w 1778388"/>
                <a:gd name="connsiteY1" fmla="*/ 0 h 940794"/>
                <a:gd name="connsiteX2" fmla="*/ 1778388 w 1778388"/>
                <a:gd name="connsiteY2" fmla="*/ 470397 h 940794"/>
                <a:gd name="connsiteX3" fmla="*/ 889194 w 1778388"/>
                <a:gd name="connsiteY3" fmla="*/ 940794 h 940794"/>
                <a:gd name="connsiteX4" fmla="*/ 0 w 1778388"/>
                <a:gd name="connsiteY4" fmla="*/ 470397 h 940794"/>
                <a:gd name="connsiteX0" fmla="*/ 0 w 1778388"/>
                <a:gd name="connsiteY0" fmla="*/ 470397 h 1105386"/>
                <a:gd name="connsiteX1" fmla="*/ 889194 w 1778388"/>
                <a:gd name="connsiteY1" fmla="*/ 0 h 1105386"/>
                <a:gd name="connsiteX2" fmla="*/ 1778388 w 1778388"/>
                <a:gd name="connsiteY2" fmla="*/ 470397 h 1105386"/>
                <a:gd name="connsiteX3" fmla="*/ 889194 w 1778388"/>
                <a:gd name="connsiteY3" fmla="*/ 1105386 h 1105386"/>
                <a:gd name="connsiteX4" fmla="*/ 0 w 1778388"/>
                <a:gd name="connsiteY4" fmla="*/ 470397 h 1105386"/>
                <a:gd name="connsiteX0" fmla="*/ 0 w 1860684"/>
                <a:gd name="connsiteY0" fmla="*/ 471184 h 1107012"/>
                <a:gd name="connsiteX1" fmla="*/ 889194 w 1860684"/>
                <a:gd name="connsiteY1" fmla="*/ 787 h 1107012"/>
                <a:gd name="connsiteX2" fmla="*/ 1860684 w 1860684"/>
                <a:gd name="connsiteY2" fmla="*/ 580899 h 1107012"/>
                <a:gd name="connsiteX3" fmla="*/ 889194 w 1860684"/>
                <a:gd name="connsiteY3" fmla="*/ 1106173 h 1107012"/>
                <a:gd name="connsiteX4" fmla="*/ 0 w 1860684"/>
                <a:gd name="connsiteY4" fmla="*/ 471184 h 11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684" h="1107012">
                  <a:moveTo>
                    <a:pt x="0" y="471184"/>
                  </a:moveTo>
                  <a:cubicBezTo>
                    <a:pt x="0" y="286953"/>
                    <a:pt x="579080" y="-17499"/>
                    <a:pt x="889194" y="787"/>
                  </a:cubicBezTo>
                  <a:cubicBezTo>
                    <a:pt x="1199308" y="19073"/>
                    <a:pt x="1860684" y="321106"/>
                    <a:pt x="1860684" y="580899"/>
                  </a:cubicBezTo>
                  <a:cubicBezTo>
                    <a:pt x="1860684" y="840692"/>
                    <a:pt x="1199308" y="1124459"/>
                    <a:pt x="889194" y="1106173"/>
                  </a:cubicBezTo>
                  <a:cubicBezTo>
                    <a:pt x="579080" y="1087887"/>
                    <a:pt x="0" y="655415"/>
                    <a:pt x="0" y="471184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73B11EA9-1D4A-0456-185A-F2FDF2E33A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A0AACF32-93A5-982C-B32B-E9C1597856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7F0BA928-55DD-E4A6-7C0E-9B3995DF11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495" cy="592"/>
            </a:xfrm>
            <a:custGeom>
              <a:avLst/>
              <a:gdLst>
                <a:gd name="connsiteX0" fmla="*/ 0 w 1123489"/>
                <a:gd name="connsiteY0" fmla="*/ 580779 h 1161558"/>
                <a:gd name="connsiteX1" fmla="*/ 561745 w 1123489"/>
                <a:gd name="connsiteY1" fmla="*/ 0 h 1161558"/>
                <a:gd name="connsiteX2" fmla="*/ 1123490 w 1123489"/>
                <a:gd name="connsiteY2" fmla="*/ 580779 h 1161558"/>
                <a:gd name="connsiteX3" fmla="*/ 561745 w 1123489"/>
                <a:gd name="connsiteY3" fmla="*/ 1161558 h 1161558"/>
                <a:gd name="connsiteX4" fmla="*/ 0 w 1123489"/>
                <a:gd name="connsiteY4" fmla="*/ 580779 h 1161558"/>
                <a:gd name="connsiteX0" fmla="*/ 0 w 931466"/>
                <a:gd name="connsiteY0" fmla="*/ 580805 h 1161612"/>
                <a:gd name="connsiteX1" fmla="*/ 561745 w 931466"/>
                <a:gd name="connsiteY1" fmla="*/ 26 h 1161612"/>
                <a:gd name="connsiteX2" fmla="*/ 931466 w 931466"/>
                <a:gd name="connsiteY2" fmla="*/ 599093 h 1161612"/>
                <a:gd name="connsiteX3" fmla="*/ 561745 w 931466"/>
                <a:gd name="connsiteY3" fmla="*/ 1161584 h 1161612"/>
                <a:gd name="connsiteX4" fmla="*/ 0 w 931466"/>
                <a:gd name="connsiteY4" fmla="*/ 580805 h 1161612"/>
                <a:gd name="connsiteX0" fmla="*/ 405 w 931871"/>
                <a:gd name="connsiteY0" fmla="*/ 580796 h 1006194"/>
                <a:gd name="connsiteX1" fmla="*/ 562150 w 931871"/>
                <a:gd name="connsiteY1" fmla="*/ 17 h 1006194"/>
                <a:gd name="connsiteX2" fmla="*/ 931871 w 931871"/>
                <a:gd name="connsiteY2" fmla="*/ 599084 h 1006194"/>
                <a:gd name="connsiteX3" fmla="*/ 479860 w 931871"/>
                <a:gd name="connsiteY3" fmla="*/ 1006120 h 1006194"/>
                <a:gd name="connsiteX4" fmla="*/ 405 w 931871"/>
                <a:gd name="connsiteY4" fmla="*/ 580796 h 100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1871" h="1006194">
                  <a:moveTo>
                    <a:pt x="405" y="580796"/>
                  </a:moveTo>
                  <a:cubicBezTo>
                    <a:pt x="14120" y="413112"/>
                    <a:pt x="406906" y="-3031"/>
                    <a:pt x="562150" y="17"/>
                  </a:cubicBezTo>
                  <a:cubicBezTo>
                    <a:pt x="717394" y="3065"/>
                    <a:pt x="931871" y="278329"/>
                    <a:pt x="931871" y="599084"/>
                  </a:cubicBezTo>
                  <a:cubicBezTo>
                    <a:pt x="931871" y="919839"/>
                    <a:pt x="635104" y="1009168"/>
                    <a:pt x="479860" y="1006120"/>
                  </a:cubicBezTo>
                  <a:cubicBezTo>
                    <a:pt x="324616" y="1003072"/>
                    <a:pt x="-13310" y="748480"/>
                    <a:pt x="405" y="580796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D1DABFB9-077F-C27C-F78A-A5655ECC86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0DE3A4C-8788-F1F1-A440-04F027BA2F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47119" y="3663018"/>
            <a:ext cx="1120577" cy="692720"/>
            <a:chOff x="2688" y="2433"/>
            <a:chExt cx="1867" cy="1279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B0C7256-1B1A-81B3-61B3-36FE491649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7" name="Oval 4">
              <a:extLst>
                <a:ext uri="{FF2B5EF4-FFF2-40B4-BE49-F238E27FC236}">
                  <a16:creationId xmlns:a16="http://schemas.microsoft.com/office/drawing/2014/main" id="{29EAE36C-6D31-5D88-4300-F4D66D91D9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8" name="Oval 5">
              <a:extLst>
                <a:ext uri="{FF2B5EF4-FFF2-40B4-BE49-F238E27FC236}">
                  <a16:creationId xmlns:a16="http://schemas.microsoft.com/office/drawing/2014/main" id="{315B914E-37A3-B981-F869-2C28254D22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9" name="Oval 6">
              <a:extLst>
                <a:ext uri="{FF2B5EF4-FFF2-40B4-BE49-F238E27FC236}">
                  <a16:creationId xmlns:a16="http://schemas.microsoft.com/office/drawing/2014/main" id="{C30CDF9E-D087-32E1-12DA-7D2DE18FF8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0" name="Oval 7">
              <a:extLst>
                <a:ext uri="{FF2B5EF4-FFF2-40B4-BE49-F238E27FC236}">
                  <a16:creationId xmlns:a16="http://schemas.microsoft.com/office/drawing/2014/main" id="{1925F62E-B12C-741A-6DC7-1F83A7F0C7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1" name="Oval 8">
              <a:extLst>
                <a:ext uri="{FF2B5EF4-FFF2-40B4-BE49-F238E27FC236}">
                  <a16:creationId xmlns:a16="http://schemas.microsoft.com/office/drawing/2014/main" id="{EAC0BD02-E1A9-5CC0-13A7-37D0FF0AA8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2" name="Oval 9">
              <a:extLst>
                <a:ext uri="{FF2B5EF4-FFF2-40B4-BE49-F238E27FC236}">
                  <a16:creationId xmlns:a16="http://schemas.microsoft.com/office/drawing/2014/main" id="{A22E1670-6FA8-1F35-FA01-25850E78DF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" name="Oval 10">
              <a:extLst>
                <a:ext uri="{FF2B5EF4-FFF2-40B4-BE49-F238E27FC236}">
                  <a16:creationId xmlns:a16="http://schemas.microsoft.com/office/drawing/2014/main" id="{12E938B1-4D1E-C5C6-6A8D-5AB90CD068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Oval 11">
              <a:extLst>
                <a:ext uri="{FF2B5EF4-FFF2-40B4-BE49-F238E27FC236}">
                  <a16:creationId xmlns:a16="http://schemas.microsoft.com/office/drawing/2014/main" id="{A8F39387-91D3-81C1-B455-2622C46ED9F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B52F6D7-27DC-CC95-7008-9AB628CA5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2078" y="4573147"/>
            <a:ext cx="2642366" cy="2251116"/>
            <a:chOff x="2688" y="2433"/>
            <a:chExt cx="1867" cy="1279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29268CD2-6DF6-2C59-703C-32C6F23D8D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" name="Oval 4">
              <a:extLst>
                <a:ext uri="{FF2B5EF4-FFF2-40B4-BE49-F238E27FC236}">
                  <a16:creationId xmlns:a16="http://schemas.microsoft.com/office/drawing/2014/main" id="{9DD77C03-E307-4D89-D65F-2FF9F1A8A4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8" name="Oval 5">
              <a:extLst>
                <a:ext uri="{FF2B5EF4-FFF2-40B4-BE49-F238E27FC236}">
                  <a16:creationId xmlns:a16="http://schemas.microsoft.com/office/drawing/2014/main" id="{ED29FF8A-BE90-0660-FA43-8910027D7B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9" name="Oval 6">
              <a:extLst>
                <a:ext uri="{FF2B5EF4-FFF2-40B4-BE49-F238E27FC236}">
                  <a16:creationId xmlns:a16="http://schemas.microsoft.com/office/drawing/2014/main" id="{FA87677E-E1DE-DECC-F01C-2AE8F6C282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0" name="Oval 7">
              <a:extLst>
                <a:ext uri="{FF2B5EF4-FFF2-40B4-BE49-F238E27FC236}">
                  <a16:creationId xmlns:a16="http://schemas.microsoft.com/office/drawing/2014/main" id="{26E6139A-4730-F154-36AB-15F75BCA8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1" name="Oval 8">
              <a:extLst>
                <a:ext uri="{FF2B5EF4-FFF2-40B4-BE49-F238E27FC236}">
                  <a16:creationId xmlns:a16="http://schemas.microsoft.com/office/drawing/2014/main" id="{5D7E94C2-10D8-E82F-ADE9-5A99260073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2" name="Oval 9">
              <a:extLst>
                <a:ext uri="{FF2B5EF4-FFF2-40B4-BE49-F238E27FC236}">
                  <a16:creationId xmlns:a16="http://schemas.microsoft.com/office/drawing/2014/main" id="{BBC6165A-4667-1491-E23D-F016FD8B54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3" name="Oval 10">
              <a:extLst>
                <a:ext uri="{FF2B5EF4-FFF2-40B4-BE49-F238E27FC236}">
                  <a16:creationId xmlns:a16="http://schemas.microsoft.com/office/drawing/2014/main" id="{732601D9-7E16-B08B-F7C5-FAC249326B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4" name="Oval 11">
              <a:extLst>
                <a:ext uri="{FF2B5EF4-FFF2-40B4-BE49-F238E27FC236}">
                  <a16:creationId xmlns:a16="http://schemas.microsoft.com/office/drawing/2014/main" id="{190471D4-1DDD-3544-39D3-C9493727E0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7D76C9C3-925A-F2A5-56C9-F9C5C7682C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88178" y="5516251"/>
            <a:ext cx="2962818" cy="1305780"/>
            <a:chOff x="2688" y="2572"/>
            <a:chExt cx="1867" cy="1140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84A2BE5A-1518-BE98-0D55-B92C043B29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599"/>
              <a:ext cx="813" cy="363"/>
            </a:xfrm>
            <a:custGeom>
              <a:avLst/>
              <a:gdLst>
                <a:gd name="connsiteX0" fmla="*/ 0 w 1031967"/>
                <a:gd name="connsiteY0" fmla="*/ 302964 h 605928"/>
                <a:gd name="connsiteX1" fmla="*/ 515984 w 1031967"/>
                <a:gd name="connsiteY1" fmla="*/ 0 h 605928"/>
                <a:gd name="connsiteX2" fmla="*/ 1031968 w 1031967"/>
                <a:gd name="connsiteY2" fmla="*/ 302964 h 605928"/>
                <a:gd name="connsiteX3" fmla="*/ 515984 w 1031967"/>
                <a:gd name="connsiteY3" fmla="*/ 605928 h 605928"/>
                <a:gd name="connsiteX4" fmla="*/ 0 w 1031967"/>
                <a:gd name="connsiteY4" fmla="*/ 302964 h 605928"/>
                <a:gd name="connsiteX0" fmla="*/ 11 w 1031979"/>
                <a:gd name="connsiteY0" fmla="*/ 145919 h 448883"/>
                <a:gd name="connsiteX1" fmla="*/ 527284 w 1031979"/>
                <a:gd name="connsiteY1" fmla="*/ 1000 h 448883"/>
                <a:gd name="connsiteX2" fmla="*/ 1031979 w 1031979"/>
                <a:gd name="connsiteY2" fmla="*/ 145919 h 448883"/>
                <a:gd name="connsiteX3" fmla="*/ 515995 w 1031979"/>
                <a:gd name="connsiteY3" fmla="*/ 448883 h 448883"/>
                <a:gd name="connsiteX4" fmla="*/ 11 w 1031979"/>
                <a:gd name="connsiteY4" fmla="*/ 145919 h 448883"/>
                <a:gd name="connsiteX0" fmla="*/ 98 w 1032066"/>
                <a:gd name="connsiteY0" fmla="*/ 113256 h 416220"/>
                <a:gd name="connsiteX1" fmla="*/ 549949 w 1032066"/>
                <a:gd name="connsiteY1" fmla="*/ 13479 h 416220"/>
                <a:gd name="connsiteX2" fmla="*/ 1032066 w 1032066"/>
                <a:gd name="connsiteY2" fmla="*/ 113256 h 416220"/>
                <a:gd name="connsiteX3" fmla="*/ 516082 w 1032066"/>
                <a:gd name="connsiteY3" fmla="*/ 416220 h 416220"/>
                <a:gd name="connsiteX4" fmla="*/ 98 w 1032066"/>
                <a:gd name="connsiteY4" fmla="*/ 113256 h 41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066" h="416220">
                  <a:moveTo>
                    <a:pt x="98" y="113256"/>
                  </a:moveTo>
                  <a:cubicBezTo>
                    <a:pt x="5742" y="46133"/>
                    <a:pt x="264979" y="13479"/>
                    <a:pt x="549949" y="13479"/>
                  </a:cubicBezTo>
                  <a:cubicBezTo>
                    <a:pt x="834919" y="13479"/>
                    <a:pt x="1032066" y="-54066"/>
                    <a:pt x="1032066" y="113256"/>
                  </a:cubicBezTo>
                  <a:cubicBezTo>
                    <a:pt x="1032066" y="280578"/>
                    <a:pt x="801052" y="416220"/>
                    <a:pt x="516082" y="416220"/>
                  </a:cubicBezTo>
                  <a:cubicBezTo>
                    <a:pt x="231112" y="416220"/>
                    <a:pt x="-5546" y="180379"/>
                    <a:pt x="98" y="113256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" name="Oval 4">
              <a:extLst>
                <a:ext uri="{FF2B5EF4-FFF2-40B4-BE49-F238E27FC236}">
                  <a16:creationId xmlns:a16="http://schemas.microsoft.com/office/drawing/2014/main" id="{D7AAA2D3-4023-F026-9622-A6CEFB885A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8" name="Oval 5">
              <a:extLst>
                <a:ext uri="{FF2B5EF4-FFF2-40B4-BE49-F238E27FC236}">
                  <a16:creationId xmlns:a16="http://schemas.microsoft.com/office/drawing/2014/main" id="{11D6B8C3-D453-D111-422F-3E217687B9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9" name="Oval 6">
              <a:extLst>
                <a:ext uri="{FF2B5EF4-FFF2-40B4-BE49-F238E27FC236}">
                  <a16:creationId xmlns:a16="http://schemas.microsoft.com/office/drawing/2014/main" id="{F9D12CBD-43C9-22D2-7D77-BA0A5B91B4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0" name="Oval 7">
              <a:extLst>
                <a:ext uri="{FF2B5EF4-FFF2-40B4-BE49-F238E27FC236}">
                  <a16:creationId xmlns:a16="http://schemas.microsoft.com/office/drawing/2014/main" id="{CD838257-1A8E-2D67-C585-B1DC09D059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1" name="Oval 8">
              <a:extLst>
                <a:ext uri="{FF2B5EF4-FFF2-40B4-BE49-F238E27FC236}">
                  <a16:creationId xmlns:a16="http://schemas.microsoft.com/office/drawing/2014/main" id="{0018D9C7-438A-A3FE-530B-06185E7CE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2" name="Oval 9">
              <a:extLst>
                <a:ext uri="{FF2B5EF4-FFF2-40B4-BE49-F238E27FC236}">
                  <a16:creationId xmlns:a16="http://schemas.microsoft.com/office/drawing/2014/main" id="{9B6C6A7F-BF59-FDC5-65F4-A11003AF55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3" name="Oval 10">
              <a:extLst>
                <a:ext uri="{FF2B5EF4-FFF2-40B4-BE49-F238E27FC236}">
                  <a16:creationId xmlns:a16="http://schemas.microsoft.com/office/drawing/2014/main" id="{7897B496-EC76-FDD3-4A55-FB2233C431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4" name="Oval 11">
              <a:extLst>
                <a:ext uri="{FF2B5EF4-FFF2-40B4-BE49-F238E27FC236}">
                  <a16:creationId xmlns:a16="http://schemas.microsoft.com/office/drawing/2014/main" id="{75948BB2-0C34-A7B7-3212-83544A6D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BE615F13-D937-44C2-8D4A-669EDBFE4B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80183" y="825363"/>
            <a:ext cx="2846489" cy="1759647"/>
            <a:chOff x="2688" y="2433"/>
            <a:chExt cx="1867" cy="1279"/>
          </a:xfrm>
        </p:grpSpPr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AB88398B-3F69-ABDE-9C8D-A496A7F32D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7" name="Oval 4">
              <a:extLst>
                <a:ext uri="{FF2B5EF4-FFF2-40B4-BE49-F238E27FC236}">
                  <a16:creationId xmlns:a16="http://schemas.microsoft.com/office/drawing/2014/main" id="{71B337B6-A192-33B4-01CC-BA2736C4F8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8" name="Oval 5">
              <a:extLst>
                <a:ext uri="{FF2B5EF4-FFF2-40B4-BE49-F238E27FC236}">
                  <a16:creationId xmlns:a16="http://schemas.microsoft.com/office/drawing/2014/main" id="{7C867D24-E3A1-DF71-2A60-7475C8ED40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" name="Oval 6">
              <a:extLst>
                <a:ext uri="{FF2B5EF4-FFF2-40B4-BE49-F238E27FC236}">
                  <a16:creationId xmlns:a16="http://schemas.microsoft.com/office/drawing/2014/main" id="{E60DC3A8-173D-7E71-B2E5-EAE13DA5FA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" name="Oval 7">
              <a:extLst>
                <a:ext uri="{FF2B5EF4-FFF2-40B4-BE49-F238E27FC236}">
                  <a16:creationId xmlns:a16="http://schemas.microsoft.com/office/drawing/2014/main" id="{F3322BB4-CE18-E7D9-24F6-E21E8AB319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1" name="Oval 8">
              <a:extLst>
                <a:ext uri="{FF2B5EF4-FFF2-40B4-BE49-F238E27FC236}">
                  <a16:creationId xmlns:a16="http://schemas.microsoft.com/office/drawing/2014/main" id="{1034F58F-75A2-82DB-051B-01465B9E11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2" name="Oval 9">
              <a:extLst>
                <a:ext uri="{FF2B5EF4-FFF2-40B4-BE49-F238E27FC236}">
                  <a16:creationId xmlns:a16="http://schemas.microsoft.com/office/drawing/2014/main" id="{33DE1F64-08CA-69D4-CBA4-1A376A860B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3" name="Oval 10">
              <a:extLst>
                <a:ext uri="{FF2B5EF4-FFF2-40B4-BE49-F238E27FC236}">
                  <a16:creationId xmlns:a16="http://schemas.microsoft.com/office/drawing/2014/main" id="{3FA915AF-9D19-29D0-4787-10B731AA28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4" name="Oval 11">
              <a:extLst>
                <a:ext uri="{FF2B5EF4-FFF2-40B4-BE49-F238E27FC236}">
                  <a16:creationId xmlns:a16="http://schemas.microsoft.com/office/drawing/2014/main" id="{FB184678-7B7E-B572-2233-60E45E538B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1B261BA7-3E2D-6F0F-5DD6-5A4712513A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75730" y="3100336"/>
            <a:ext cx="2875456" cy="2377103"/>
            <a:chOff x="2688" y="2433"/>
            <a:chExt cx="1867" cy="1279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8DAD851E-C27E-CEA6-6969-CAE5D606F5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2" name="Oval 4">
              <a:extLst>
                <a:ext uri="{FF2B5EF4-FFF2-40B4-BE49-F238E27FC236}">
                  <a16:creationId xmlns:a16="http://schemas.microsoft.com/office/drawing/2014/main" id="{5A6CB6BA-E7E2-06DE-5B68-6A625A4B18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3" name="Oval 5">
              <a:extLst>
                <a:ext uri="{FF2B5EF4-FFF2-40B4-BE49-F238E27FC236}">
                  <a16:creationId xmlns:a16="http://schemas.microsoft.com/office/drawing/2014/main" id="{4FDFEE7E-DDDF-789E-F9B9-6C27339851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4" name="Oval 6">
              <a:extLst>
                <a:ext uri="{FF2B5EF4-FFF2-40B4-BE49-F238E27FC236}">
                  <a16:creationId xmlns:a16="http://schemas.microsoft.com/office/drawing/2014/main" id="{C314F3A1-2941-85EF-92EF-BF5FC100F7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5" name="Oval 7">
              <a:extLst>
                <a:ext uri="{FF2B5EF4-FFF2-40B4-BE49-F238E27FC236}">
                  <a16:creationId xmlns:a16="http://schemas.microsoft.com/office/drawing/2014/main" id="{D6582C3D-E066-1DD9-BBC3-1AD3F1E280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6" name="Oval 8">
              <a:extLst>
                <a:ext uri="{FF2B5EF4-FFF2-40B4-BE49-F238E27FC236}">
                  <a16:creationId xmlns:a16="http://schemas.microsoft.com/office/drawing/2014/main" id="{D6B39136-ADC7-03F9-19BC-D843565FF9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7" name="Oval 9">
              <a:extLst>
                <a:ext uri="{FF2B5EF4-FFF2-40B4-BE49-F238E27FC236}">
                  <a16:creationId xmlns:a16="http://schemas.microsoft.com/office/drawing/2014/main" id="{03E26487-09AD-5AE8-E14D-DEB72ACDC0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8" name="Oval 10">
              <a:extLst>
                <a:ext uri="{FF2B5EF4-FFF2-40B4-BE49-F238E27FC236}">
                  <a16:creationId xmlns:a16="http://schemas.microsoft.com/office/drawing/2014/main" id="{5795BBCD-0002-2BA7-6AF1-5DFA55C599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9" name="Oval 11">
              <a:extLst>
                <a:ext uri="{FF2B5EF4-FFF2-40B4-BE49-F238E27FC236}">
                  <a16:creationId xmlns:a16="http://schemas.microsoft.com/office/drawing/2014/main" id="{7065AA2C-3C28-CB8D-E1C6-C7611D6346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57" name="Title 556">
            <a:extLst>
              <a:ext uri="{FF2B5EF4-FFF2-40B4-BE49-F238E27FC236}">
                <a16:creationId xmlns:a16="http://schemas.microsoft.com/office/drawing/2014/main" id="{097E7AD9-349B-94EF-C5CE-92D34740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topology</a:t>
            </a:r>
          </a:p>
        </p:txBody>
      </p: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51670D3E-76B7-864A-7E0E-892C03002C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2035" y="4361314"/>
            <a:ext cx="1120577" cy="692720"/>
            <a:chOff x="2688" y="2433"/>
            <a:chExt cx="1867" cy="1279"/>
          </a:xfrm>
        </p:grpSpPr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AB66633D-1811-4948-CA2E-AAD1A71565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6" name="Oval 4">
              <a:extLst>
                <a:ext uri="{FF2B5EF4-FFF2-40B4-BE49-F238E27FC236}">
                  <a16:creationId xmlns:a16="http://schemas.microsoft.com/office/drawing/2014/main" id="{4C129649-597A-5AE6-AE93-8A92E73B29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7" name="Oval 5">
              <a:extLst>
                <a:ext uri="{FF2B5EF4-FFF2-40B4-BE49-F238E27FC236}">
                  <a16:creationId xmlns:a16="http://schemas.microsoft.com/office/drawing/2014/main" id="{214F49C0-14F8-6F8F-2C25-B428228CFD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8" name="Oval 6">
              <a:extLst>
                <a:ext uri="{FF2B5EF4-FFF2-40B4-BE49-F238E27FC236}">
                  <a16:creationId xmlns:a16="http://schemas.microsoft.com/office/drawing/2014/main" id="{7AD92BFB-668B-D478-E647-A32C841151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9" name="Oval 7">
              <a:extLst>
                <a:ext uri="{FF2B5EF4-FFF2-40B4-BE49-F238E27FC236}">
                  <a16:creationId xmlns:a16="http://schemas.microsoft.com/office/drawing/2014/main" id="{89F7E01E-F1C0-8EEE-FB77-323BC19A90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0" name="Oval 8">
              <a:extLst>
                <a:ext uri="{FF2B5EF4-FFF2-40B4-BE49-F238E27FC236}">
                  <a16:creationId xmlns:a16="http://schemas.microsoft.com/office/drawing/2014/main" id="{2D2A8AD1-25B9-DB92-6B19-E28B6D4F73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1" name="Oval 9">
              <a:extLst>
                <a:ext uri="{FF2B5EF4-FFF2-40B4-BE49-F238E27FC236}">
                  <a16:creationId xmlns:a16="http://schemas.microsoft.com/office/drawing/2014/main" id="{19B285B7-F96B-1979-2A9C-54DB460ACC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2" name="Oval 10">
              <a:extLst>
                <a:ext uri="{FF2B5EF4-FFF2-40B4-BE49-F238E27FC236}">
                  <a16:creationId xmlns:a16="http://schemas.microsoft.com/office/drawing/2014/main" id="{91230EC4-0204-2004-4747-6A70822728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3" name="Oval 11">
              <a:extLst>
                <a:ext uri="{FF2B5EF4-FFF2-40B4-BE49-F238E27FC236}">
                  <a16:creationId xmlns:a16="http://schemas.microsoft.com/office/drawing/2014/main" id="{A32C5EF8-FDE1-CEBB-4519-BE3FABEF8D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0BFC3D72-F94C-F168-331F-B62B638A9A6B}"/>
              </a:ext>
            </a:extLst>
          </p:cNvPr>
          <p:cNvCxnSpPr>
            <a:cxnSpLocks/>
          </p:cNvCxnSpPr>
          <p:nvPr/>
        </p:nvCxnSpPr>
        <p:spPr>
          <a:xfrm flipH="1">
            <a:off x="1719294" y="4010025"/>
            <a:ext cx="1519206" cy="9505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6D477065-1A54-03A0-BE0C-6D5A3EF0E75F}"/>
              </a:ext>
            </a:extLst>
          </p:cNvPr>
          <p:cNvCxnSpPr>
            <a:cxnSpLocks/>
          </p:cNvCxnSpPr>
          <p:nvPr/>
        </p:nvCxnSpPr>
        <p:spPr>
          <a:xfrm>
            <a:off x="5888736" y="3361266"/>
            <a:ext cx="91440" cy="12893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5D02071F-C2BB-BF5D-AF64-F315E2625A0A}"/>
              </a:ext>
            </a:extLst>
          </p:cNvPr>
          <p:cNvCxnSpPr>
            <a:cxnSpLocks/>
          </p:cNvCxnSpPr>
          <p:nvPr/>
        </p:nvCxnSpPr>
        <p:spPr>
          <a:xfrm>
            <a:off x="5949244" y="4684888"/>
            <a:ext cx="677334" cy="13433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0FDDB60C-AE73-7648-3B1B-D20216693FC6}"/>
              </a:ext>
            </a:extLst>
          </p:cNvPr>
          <p:cNvCxnSpPr>
            <a:cxnSpLocks/>
          </p:cNvCxnSpPr>
          <p:nvPr/>
        </p:nvCxnSpPr>
        <p:spPr>
          <a:xfrm flipH="1">
            <a:off x="5934456" y="1925658"/>
            <a:ext cx="649224" cy="14447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D8AB70AD-134C-3EAC-7ABD-1F922CF4E714}"/>
              </a:ext>
            </a:extLst>
          </p:cNvPr>
          <p:cNvCxnSpPr>
            <a:cxnSpLocks/>
          </p:cNvCxnSpPr>
          <p:nvPr/>
        </p:nvCxnSpPr>
        <p:spPr>
          <a:xfrm>
            <a:off x="6574536" y="1925658"/>
            <a:ext cx="2323279" cy="149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0BAB9509-C672-7DCC-3552-46D878A90AA3}"/>
              </a:ext>
            </a:extLst>
          </p:cNvPr>
          <p:cNvGrpSpPr/>
          <p:nvPr/>
        </p:nvGrpSpPr>
        <p:grpSpPr>
          <a:xfrm>
            <a:off x="5681286" y="4558443"/>
            <a:ext cx="525968" cy="300901"/>
            <a:chOff x="967835" y="2541918"/>
            <a:chExt cx="1426054" cy="463051"/>
          </a:xfrm>
        </p:grpSpPr>
        <p:grpSp>
          <p:nvGrpSpPr>
            <p:cNvPr id="675" name="Group 93">
              <a:extLst>
                <a:ext uri="{FF2B5EF4-FFF2-40B4-BE49-F238E27FC236}">
                  <a16:creationId xmlns:a16="http://schemas.microsoft.com/office/drawing/2014/main" id="{BA6C99A8-E84E-3F6C-77E0-C6B45EC9D5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77" name="Group 94">
                <a:extLst>
                  <a:ext uri="{FF2B5EF4-FFF2-40B4-BE49-F238E27FC236}">
                    <a16:creationId xmlns:a16="http://schemas.microsoft.com/office/drawing/2014/main" id="{A56215B1-577D-2DC3-208F-EFB40DC6B12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79" name="AutoShape 95">
                  <a:extLst>
                    <a:ext uri="{FF2B5EF4-FFF2-40B4-BE49-F238E27FC236}">
                      <a16:creationId xmlns:a16="http://schemas.microsoft.com/office/drawing/2014/main" id="{7721FCA9-1386-21B6-D206-F98B071A8B6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80" name="Group 96">
                  <a:extLst>
                    <a:ext uri="{FF2B5EF4-FFF2-40B4-BE49-F238E27FC236}">
                      <a16:creationId xmlns:a16="http://schemas.microsoft.com/office/drawing/2014/main" id="{5A52E73A-A1D1-5E52-D93A-0575A55A3A4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81" name="Group 97">
                    <a:extLst>
                      <a:ext uri="{FF2B5EF4-FFF2-40B4-BE49-F238E27FC236}">
                        <a16:creationId xmlns:a16="http://schemas.microsoft.com/office/drawing/2014/main" id="{3F3832C4-002C-691F-9AC9-3330EB6D98B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91" name="Freeform 98">
                      <a:extLst>
                        <a:ext uri="{FF2B5EF4-FFF2-40B4-BE49-F238E27FC236}">
                          <a16:creationId xmlns:a16="http://schemas.microsoft.com/office/drawing/2014/main" id="{A6B9EF52-6BE6-0373-D4EF-84E7A601A1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2" name="Freeform 99">
                      <a:extLst>
                        <a:ext uri="{FF2B5EF4-FFF2-40B4-BE49-F238E27FC236}">
                          <a16:creationId xmlns:a16="http://schemas.microsoft.com/office/drawing/2014/main" id="{059E7311-093A-D45C-484B-466478F7A8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3" name="Freeform 100">
                      <a:extLst>
                        <a:ext uri="{FF2B5EF4-FFF2-40B4-BE49-F238E27FC236}">
                          <a16:creationId xmlns:a16="http://schemas.microsoft.com/office/drawing/2014/main" id="{E98EC847-1F86-4029-918F-851140A9D9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4" name="Freeform 101">
                      <a:extLst>
                        <a:ext uri="{FF2B5EF4-FFF2-40B4-BE49-F238E27FC236}">
                          <a16:creationId xmlns:a16="http://schemas.microsoft.com/office/drawing/2014/main" id="{84143C62-7057-9458-2A94-EE707ED931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5" name="Freeform 102">
                      <a:extLst>
                        <a:ext uri="{FF2B5EF4-FFF2-40B4-BE49-F238E27FC236}">
                          <a16:creationId xmlns:a16="http://schemas.microsoft.com/office/drawing/2014/main" id="{82907C27-2A9D-4A4B-9052-B984D9B033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6" name="Freeform 103">
                      <a:extLst>
                        <a:ext uri="{FF2B5EF4-FFF2-40B4-BE49-F238E27FC236}">
                          <a16:creationId xmlns:a16="http://schemas.microsoft.com/office/drawing/2014/main" id="{1CDE2F89-DFC4-0B5E-B8B0-D5D2AF9F1D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7" name="Freeform 104">
                      <a:extLst>
                        <a:ext uri="{FF2B5EF4-FFF2-40B4-BE49-F238E27FC236}">
                          <a16:creationId xmlns:a16="http://schemas.microsoft.com/office/drawing/2014/main" id="{1AB6B042-B1B5-29BE-6BDF-A94D2D97C7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8" name="Freeform 105">
                      <a:extLst>
                        <a:ext uri="{FF2B5EF4-FFF2-40B4-BE49-F238E27FC236}">
                          <a16:creationId xmlns:a16="http://schemas.microsoft.com/office/drawing/2014/main" id="{E1A201D6-0A90-47B3-CAE2-C3CE92DA36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82" name="Group 106">
                    <a:extLst>
                      <a:ext uri="{FF2B5EF4-FFF2-40B4-BE49-F238E27FC236}">
                        <a16:creationId xmlns:a16="http://schemas.microsoft.com/office/drawing/2014/main" id="{CF40D244-CD92-F087-AD7D-57A3BAEFFD9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83" name="Freeform 107">
                      <a:extLst>
                        <a:ext uri="{FF2B5EF4-FFF2-40B4-BE49-F238E27FC236}">
                          <a16:creationId xmlns:a16="http://schemas.microsoft.com/office/drawing/2014/main" id="{F0C5B59B-EC7A-FBB6-5359-668BDB56D5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4" name="Freeform 108">
                      <a:extLst>
                        <a:ext uri="{FF2B5EF4-FFF2-40B4-BE49-F238E27FC236}">
                          <a16:creationId xmlns:a16="http://schemas.microsoft.com/office/drawing/2014/main" id="{C1EC8AB8-246B-6497-6252-274F30E4E4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5" name="Freeform 109">
                      <a:extLst>
                        <a:ext uri="{FF2B5EF4-FFF2-40B4-BE49-F238E27FC236}">
                          <a16:creationId xmlns:a16="http://schemas.microsoft.com/office/drawing/2014/main" id="{04FD5276-017E-8C15-6AEB-B68BF49E1B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6" name="Freeform 110">
                      <a:extLst>
                        <a:ext uri="{FF2B5EF4-FFF2-40B4-BE49-F238E27FC236}">
                          <a16:creationId xmlns:a16="http://schemas.microsoft.com/office/drawing/2014/main" id="{FF494B46-E8F9-BDF8-8552-FED57B39BC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7" name="Freeform 111">
                      <a:extLst>
                        <a:ext uri="{FF2B5EF4-FFF2-40B4-BE49-F238E27FC236}">
                          <a16:creationId xmlns:a16="http://schemas.microsoft.com/office/drawing/2014/main" id="{A00C3BD3-6777-14C7-B826-BE708C6DC5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8" name="Freeform 112">
                      <a:extLst>
                        <a:ext uri="{FF2B5EF4-FFF2-40B4-BE49-F238E27FC236}">
                          <a16:creationId xmlns:a16="http://schemas.microsoft.com/office/drawing/2014/main" id="{E1AAC08B-DD4D-6F4B-AB65-0F3EC7338C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9" name="Freeform 113">
                      <a:extLst>
                        <a:ext uri="{FF2B5EF4-FFF2-40B4-BE49-F238E27FC236}">
                          <a16:creationId xmlns:a16="http://schemas.microsoft.com/office/drawing/2014/main" id="{BA751DB6-7BF4-84D0-1196-1FC335BE01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0" name="Freeform 114">
                      <a:extLst>
                        <a:ext uri="{FF2B5EF4-FFF2-40B4-BE49-F238E27FC236}">
                          <a16:creationId xmlns:a16="http://schemas.microsoft.com/office/drawing/2014/main" id="{BDD3B3DD-99E2-67D9-781C-1E508A7ACA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78" name="WordArt 115">
                <a:extLst>
                  <a:ext uri="{FF2B5EF4-FFF2-40B4-BE49-F238E27FC236}">
                    <a16:creationId xmlns:a16="http://schemas.microsoft.com/office/drawing/2014/main" id="{E7FA68B2-F22F-359F-55B1-56F554BB18E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76" name="WordArt 68">
              <a:extLst>
                <a:ext uri="{FF2B5EF4-FFF2-40B4-BE49-F238E27FC236}">
                  <a16:creationId xmlns:a16="http://schemas.microsoft.com/office/drawing/2014/main" id="{85BB512B-03A1-B26C-5740-7ECA45773C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as50r1</a:t>
              </a:r>
            </a:p>
          </p:txBody>
        </p:sp>
      </p:grp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4E459D17-87FD-FA02-D618-5848AFEBE537}"/>
              </a:ext>
            </a:extLst>
          </p:cNvPr>
          <p:cNvCxnSpPr>
            <a:cxnSpLocks/>
          </p:cNvCxnSpPr>
          <p:nvPr/>
        </p:nvCxnSpPr>
        <p:spPr>
          <a:xfrm>
            <a:off x="4343400" y="2483442"/>
            <a:ext cx="1408176" cy="9326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A195AA35-858F-27A6-A1F4-2CE8D5047980}"/>
              </a:ext>
            </a:extLst>
          </p:cNvPr>
          <p:cNvCxnSpPr>
            <a:cxnSpLocks/>
          </p:cNvCxnSpPr>
          <p:nvPr/>
        </p:nvCxnSpPr>
        <p:spPr>
          <a:xfrm flipV="1">
            <a:off x="4416552" y="1898226"/>
            <a:ext cx="2112264" cy="5303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097CB9E-79CE-DC4C-A307-436770081BC9}"/>
              </a:ext>
            </a:extLst>
          </p:cNvPr>
          <p:cNvGrpSpPr/>
          <p:nvPr/>
        </p:nvGrpSpPr>
        <p:grpSpPr>
          <a:xfrm>
            <a:off x="5636217" y="3233236"/>
            <a:ext cx="525968" cy="300901"/>
            <a:chOff x="967835" y="2541918"/>
            <a:chExt cx="1426054" cy="463051"/>
          </a:xfrm>
        </p:grpSpPr>
        <p:grpSp>
          <p:nvGrpSpPr>
            <p:cNvPr id="86" name="Group 93">
              <a:extLst>
                <a:ext uri="{FF2B5EF4-FFF2-40B4-BE49-F238E27FC236}">
                  <a16:creationId xmlns:a16="http://schemas.microsoft.com/office/drawing/2014/main" id="{6D2F2372-651E-5390-1A15-A1F1F3E681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88" name="Group 94">
                <a:extLst>
                  <a:ext uri="{FF2B5EF4-FFF2-40B4-BE49-F238E27FC236}">
                    <a16:creationId xmlns:a16="http://schemas.microsoft.com/office/drawing/2014/main" id="{AA86E526-EFFE-36ED-5F89-0EF105363AD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90" name="AutoShape 95">
                  <a:extLst>
                    <a:ext uri="{FF2B5EF4-FFF2-40B4-BE49-F238E27FC236}">
                      <a16:creationId xmlns:a16="http://schemas.microsoft.com/office/drawing/2014/main" id="{4E68CDFA-D6FD-A155-57B4-73C8545CC5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91" name="Group 96">
                  <a:extLst>
                    <a:ext uri="{FF2B5EF4-FFF2-40B4-BE49-F238E27FC236}">
                      <a16:creationId xmlns:a16="http://schemas.microsoft.com/office/drawing/2014/main" id="{69DE8669-70B2-EC28-2BB8-00E12BD24C4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92" name="Group 97">
                    <a:extLst>
                      <a:ext uri="{FF2B5EF4-FFF2-40B4-BE49-F238E27FC236}">
                        <a16:creationId xmlns:a16="http://schemas.microsoft.com/office/drawing/2014/main" id="{D26C3B86-5112-4154-3474-F6B00010D8C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02" name="Freeform 98">
                      <a:extLst>
                        <a:ext uri="{FF2B5EF4-FFF2-40B4-BE49-F238E27FC236}">
                          <a16:creationId xmlns:a16="http://schemas.microsoft.com/office/drawing/2014/main" id="{73257333-687D-34C0-91A6-6394A593D3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" name="Freeform 99">
                      <a:extLst>
                        <a:ext uri="{FF2B5EF4-FFF2-40B4-BE49-F238E27FC236}">
                          <a16:creationId xmlns:a16="http://schemas.microsoft.com/office/drawing/2014/main" id="{053DCC89-142F-99C5-49F0-CB5F6589DE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4" name="Freeform 100">
                      <a:extLst>
                        <a:ext uri="{FF2B5EF4-FFF2-40B4-BE49-F238E27FC236}">
                          <a16:creationId xmlns:a16="http://schemas.microsoft.com/office/drawing/2014/main" id="{602FFB56-8220-96A0-E541-F6083FDCCE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5" name="Freeform 101">
                      <a:extLst>
                        <a:ext uri="{FF2B5EF4-FFF2-40B4-BE49-F238E27FC236}">
                          <a16:creationId xmlns:a16="http://schemas.microsoft.com/office/drawing/2014/main" id="{F5368173-C488-3812-B824-54A1267D52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6" name="Freeform 102">
                      <a:extLst>
                        <a:ext uri="{FF2B5EF4-FFF2-40B4-BE49-F238E27FC236}">
                          <a16:creationId xmlns:a16="http://schemas.microsoft.com/office/drawing/2014/main" id="{30E3BE02-33EE-01EA-60C2-DD49332B74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7" name="Freeform 103">
                      <a:extLst>
                        <a:ext uri="{FF2B5EF4-FFF2-40B4-BE49-F238E27FC236}">
                          <a16:creationId xmlns:a16="http://schemas.microsoft.com/office/drawing/2014/main" id="{D5FF275B-36BC-1641-9DE4-5D06B252AE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8" name="Freeform 104">
                      <a:extLst>
                        <a:ext uri="{FF2B5EF4-FFF2-40B4-BE49-F238E27FC236}">
                          <a16:creationId xmlns:a16="http://schemas.microsoft.com/office/drawing/2014/main" id="{DD387750-0BCD-8541-1887-F787F51D11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9" name="Freeform 105">
                      <a:extLst>
                        <a:ext uri="{FF2B5EF4-FFF2-40B4-BE49-F238E27FC236}">
                          <a16:creationId xmlns:a16="http://schemas.microsoft.com/office/drawing/2014/main" id="{C0919344-36DA-B71D-323E-A3A44EEFB5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93" name="Group 106">
                    <a:extLst>
                      <a:ext uri="{FF2B5EF4-FFF2-40B4-BE49-F238E27FC236}">
                        <a16:creationId xmlns:a16="http://schemas.microsoft.com/office/drawing/2014/main" id="{468E1864-459D-C509-5524-B39753B132E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94" name="Freeform 107">
                      <a:extLst>
                        <a:ext uri="{FF2B5EF4-FFF2-40B4-BE49-F238E27FC236}">
                          <a16:creationId xmlns:a16="http://schemas.microsoft.com/office/drawing/2014/main" id="{B39685C5-96FE-1BC8-9878-F33058D130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5" name="Freeform 108">
                      <a:extLst>
                        <a:ext uri="{FF2B5EF4-FFF2-40B4-BE49-F238E27FC236}">
                          <a16:creationId xmlns:a16="http://schemas.microsoft.com/office/drawing/2014/main" id="{C47FFB65-94BD-2D02-CD64-B9BA1D0486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6" name="Freeform 109">
                      <a:extLst>
                        <a:ext uri="{FF2B5EF4-FFF2-40B4-BE49-F238E27FC236}">
                          <a16:creationId xmlns:a16="http://schemas.microsoft.com/office/drawing/2014/main" id="{BAD9116A-C495-A6BB-8A23-9179D50F36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7" name="Freeform 110">
                      <a:extLst>
                        <a:ext uri="{FF2B5EF4-FFF2-40B4-BE49-F238E27FC236}">
                          <a16:creationId xmlns:a16="http://schemas.microsoft.com/office/drawing/2014/main" id="{130C17C9-17EF-4F6C-8217-92B4676BD0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8" name="Freeform 111">
                      <a:extLst>
                        <a:ext uri="{FF2B5EF4-FFF2-40B4-BE49-F238E27FC236}">
                          <a16:creationId xmlns:a16="http://schemas.microsoft.com/office/drawing/2014/main" id="{3D8CFA78-0EB6-5715-BCF4-249424A5E5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9" name="Freeform 112">
                      <a:extLst>
                        <a:ext uri="{FF2B5EF4-FFF2-40B4-BE49-F238E27FC236}">
                          <a16:creationId xmlns:a16="http://schemas.microsoft.com/office/drawing/2014/main" id="{E73F453A-AD0E-D426-A780-F903D89F19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0" name="Freeform 113">
                      <a:extLst>
                        <a:ext uri="{FF2B5EF4-FFF2-40B4-BE49-F238E27FC236}">
                          <a16:creationId xmlns:a16="http://schemas.microsoft.com/office/drawing/2014/main" id="{372EB7A0-2548-0449-5B26-183E1802A8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1" name="Freeform 114">
                      <a:extLst>
                        <a:ext uri="{FF2B5EF4-FFF2-40B4-BE49-F238E27FC236}">
                          <a16:creationId xmlns:a16="http://schemas.microsoft.com/office/drawing/2014/main" id="{B3C5116D-695E-5E9C-9A08-3703C878B1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89" name="WordArt 115">
                <a:extLst>
                  <a:ext uri="{FF2B5EF4-FFF2-40B4-BE49-F238E27FC236}">
                    <a16:creationId xmlns:a16="http://schemas.microsoft.com/office/drawing/2014/main" id="{FCED517E-6747-DEEE-055F-EA6381053EC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87" name="WordArt 68">
              <a:extLst>
                <a:ext uri="{FF2B5EF4-FFF2-40B4-BE49-F238E27FC236}">
                  <a16:creationId xmlns:a16="http://schemas.microsoft.com/office/drawing/2014/main" id="{3F79EF78-9A33-4AFC-B92B-02CB0AF4C0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as1stockholm</a:t>
              </a:r>
            </a:p>
          </p:txBody>
        </p:sp>
      </p:grp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766C2675-D2E4-B375-A2DA-C2977DC904AE}"/>
              </a:ext>
            </a:extLst>
          </p:cNvPr>
          <p:cNvCxnSpPr>
            <a:cxnSpLocks/>
          </p:cNvCxnSpPr>
          <p:nvPr/>
        </p:nvCxnSpPr>
        <p:spPr>
          <a:xfrm flipV="1">
            <a:off x="3276600" y="2465154"/>
            <a:ext cx="1030224" cy="152582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C31579A-084A-4488-9092-0312738719C1}"/>
              </a:ext>
            </a:extLst>
          </p:cNvPr>
          <p:cNvGrpSpPr/>
          <p:nvPr/>
        </p:nvGrpSpPr>
        <p:grpSpPr>
          <a:xfrm>
            <a:off x="4083189" y="2310124"/>
            <a:ext cx="525968" cy="300901"/>
            <a:chOff x="967835" y="2541918"/>
            <a:chExt cx="1426054" cy="463051"/>
          </a:xfrm>
        </p:grpSpPr>
        <p:grpSp>
          <p:nvGrpSpPr>
            <p:cNvPr id="61" name="Group 93">
              <a:extLst>
                <a:ext uri="{FF2B5EF4-FFF2-40B4-BE49-F238E27FC236}">
                  <a16:creationId xmlns:a16="http://schemas.microsoft.com/office/drawing/2014/main" id="{1416F5D5-B91E-1363-A004-B38F5483FE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3" name="Group 94">
                <a:extLst>
                  <a:ext uri="{FF2B5EF4-FFF2-40B4-BE49-F238E27FC236}">
                    <a16:creationId xmlns:a16="http://schemas.microsoft.com/office/drawing/2014/main" id="{4F5901A2-30E1-7ACA-68AC-E1055873FE8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5" name="AutoShape 95">
                  <a:extLst>
                    <a:ext uri="{FF2B5EF4-FFF2-40B4-BE49-F238E27FC236}">
                      <a16:creationId xmlns:a16="http://schemas.microsoft.com/office/drawing/2014/main" id="{3A0816EF-73F8-BCA7-6F3B-19F008FEB50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6" name="Group 96">
                  <a:extLst>
                    <a:ext uri="{FF2B5EF4-FFF2-40B4-BE49-F238E27FC236}">
                      <a16:creationId xmlns:a16="http://schemas.microsoft.com/office/drawing/2014/main" id="{19612971-AE22-1BC2-18BB-8EDACF540C1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7" name="Group 97">
                    <a:extLst>
                      <a:ext uri="{FF2B5EF4-FFF2-40B4-BE49-F238E27FC236}">
                        <a16:creationId xmlns:a16="http://schemas.microsoft.com/office/drawing/2014/main" id="{4645512F-DB7C-8F39-FCB7-CD4E8CF07A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77" name="Freeform 98">
                      <a:extLst>
                        <a:ext uri="{FF2B5EF4-FFF2-40B4-BE49-F238E27FC236}">
                          <a16:creationId xmlns:a16="http://schemas.microsoft.com/office/drawing/2014/main" id="{730CCEC0-0F20-0E81-2D68-BB90A704CA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8" name="Freeform 99">
                      <a:extLst>
                        <a:ext uri="{FF2B5EF4-FFF2-40B4-BE49-F238E27FC236}">
                          <a16:creationId xmlns:a16="http://schemas.microsoft.com/office/drawing/2014/main" id="{17674482-95BA-4D5F-C5E1-584440B288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9" name="Freeform 100">
                      <a:extLst>
                        <a:ext uri="{FF2B5EF4-FFF2-40B4-BE49-F238E27FC236}">
                          <a16:creationId xmlns:a16="http://schemas.microsoft.com/office/drawing/2014/main" id="{6DB55FC7-6A3D-B2FD-DE1A-5644931398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0" name="Freeform 101">
                      <a:extLst>
                        <a:ext uri="{FF2B5EF4-FFF2-40B4-BE49-F238E27FC236}">
                          <a16:creationId xmlns:a16="http://schemas.microsoft.com/office/drawing/2014/main" id="{D3A6DC79-72A7-B84B-8497-E050A6F22A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1" name="Freeform 102">
                      <a:extLst>
                        <a:ext uri="{FF2B5EF4-FFF2-40B4-BE49-F238E27FC236}">
                          <a16:creationId xmlns:a16="http://schemas.microsoft.com/office/drawing/2014/main" id="{819D8935-CC3A-8ACD-91FC-C711C1E61F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2" name="Freeform 103">
                      <a:extLst>
                        <a:ext uri="{FF2B5EF4-FFF2-40B4-BE49-F238E27FC236}">
                          <a16:creationId xmlns:a16="http://schemas.microsoft.com/office/drawing/2014/main" id="{E7D02C3D-D235-75FA-2CE5-194885280C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3" name="Freeform 104">
                      <a:extLst>
                        <a:ext uri="{FF2B5EF4-FFF2-40B4-BE49-F238E27FC236}">
                          <a16:creationId xmlns:a16="http://schemas.microsoft.com/office/drawing/2014/main" id="{905033FE-0773-F981-07A2-289E7B24F7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4" name="Freeform 105">
                      <a:extLst>
                        <a:ext uri="{FF2B5EF4-FFF2-40B4-BE49-F238E27FC236}">
                          <a16:creationId xmlns:a16="http://schemas.microsoft.com/office/drawing/2014/main" id="{6715B015-AAE8-2B51-0184-7806277C4E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8" name="Group 106">
                    <a:extLst>
                      <a:ext uri="{FF2B5EF4-FFF2-40B4-BE49-F238E27FC236}">
                        <a16:creationId xmlns:a16="http://schemas.microsoft.com/office/drawing/2014/main" id="{8951B1A7-AF7D-5977-DAE4-1CE9C730823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9" name="Freeform 107">
                      <a:extLst>
                        <a:ext uri="{FF2B5EF4-FFF2-40B4-BE49-F238E27FC236}">
                          <a16:creationId xmlns:a16="http://schemas.microsoft.com/office/drawing/2014/main" id="{20597695-C4C1-63E5-5935-70582F6262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0" name="Freeform 108">
                      <a:extLst>
                        <a:ext uri="{FF2B5EF4-FFF2-40B4-BE49-F238E27FC236}">
                          <a16:creationId xmlns:a16="http://schemas.microsoft.com/office/drawing/2014/main" id="{E2586321-2D0E-0EB0-0FE4-B64D2C3FA3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1" name="Freeform 109">
                      <a:extLst>
                        <a:ext uri="{FF2B5EF4-FFF2-40B4-BE49-F238E27FC236}">
                          <a16:creationId xmlns:a16="http://schemas.microsoft.com/office/drawing/2014/main" id="{66890F3D-07A9-52A0-C404-EF39C2C555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2" name="Freeform 110">
                      <a:extLst>
                        <a:ext uri="{FF2B5EF4-FFF2-40B4-BE49-F238E27FC236}">
                          <a16:creationId xmlns:a16="http://schemas.microsoft.com/office/drawing/2014/main" id="{6A2CE72E-6DF2-3387-44D5-562D396E77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3" name="Freeform 111">
                      <a:extLst>
                        <a:ext uri="{FF2B5EF4-FFF2-40B4-BE49-F238E27FC236}">
                          <a16:creationId xmlns:a16="http://schemas.microsoft.com/office/drawing/2014/main" id="{A256A2A9-05ED-ABD3-A97D-9B42EFD74C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4" name="Freeform 112">
                      <a:extLst>
                        <a:ext uri="{FF2B5EF4-FFF2-40B4-BE49-F238E27FC236}">
                          <a16:creationId xmlns:a16="http://schemas.microsoft.com/office/drawing/2014/main" id="{97A03CD5-B73A-8F79-E75E-6E882C36C2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5" name="Freeform 113">
                      <a:extLst>
                        <a:ext uri="{FF2B5EF4-FFF2-40B4-BE49-F238E27FC236}">
                          <a16:creationId xmlns:a16="http://schemas.microsoft.com/office/drawing/2014/main" id="{63614C69-AE01-451F-529D-3742924368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6" name="Freeform 114">
                      <a:extLst>
                        <a:ext uri="{FF2B5EF4-FFF2-40B4-BE49-F238E27FC236}">
                          <a16:creationId xmlns:a16="http://schemas.microsoft.com/office/drawing/2014/main" id="{A586C570-CFA0-0E5D-9352-79F52347BB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" name="WordArt 115">
                <a:extLst>
                  <a:ext uri="{FF2B5EF4-FFF2-40B4-BE49-F238E27FC236}">
                    <a16:creationId xmlns:a16="http://schemas.microsoft.com/office/drawing/2014/main" id="{C5126632-A9FB-45EE-4716-260293BFB55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" name="WordArt 68">
              <a:extLst>
                <a:ext uri="{FF2B5EF4-FFF2-40B4-BE49-F238E27FC236}">
                  <a16:creationId xmlns:a16="http://schemas.microsoft.com/office/drawing/2014/main" id="{8F2DC60B-98F8-05C5-2135-207885069F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as1rome</a:t>
              </a:r>
            </a:p>
          </p:txBody>
        </p:sp>
      </p:grp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BB9A560B-8215-2048-51E7-47F695E7E6D4}"/>
              </a:ext>
            </a:extLst>
          </p:cNvPr>
          <p:cNvCxnSpPr>
            <a:cxnSpLocks/>
          </p:cNvCxnSpPr>
          <p:nvPr/>
        </p:nvCxnSpPr>
        <p:spPr>
          <a:xfrm>
            <a:off x="1682718" y="4988033"/>
            <a:ext cx="258971" cy="11812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0B8E5FB-2C78-740D-CC2E-83F0A439AF69}"/>
              </a:ext>
            </a:extLst>
          </p:cNvPr>
          <p:cNvGrpSpPr/>
          <p:nvPr/>
        </p:nvGrpSpPr>
        <p:grpSpPr>
          <a:xfrm>
            <a:off x="1481084" y="4835475"/>
            <a:ext cx="525968" cy="300901"/>
            <a:chOff x="967835" y="2541918"/>
            <a:chExt cx="1426054" cy="463051"/>
          </a:xfrm>
        </p:grpSpPr>
        <p:grpSp>
          <p:nvGrpSpPr>
            <p:cNvPr id="216" name="Group 93">
              <a:extLst>
                <a:ext uri="{FF2B5EF4-FFF2-40B4-BE49-F238E27FC236}">
                  <a16:creationId xmlns:a16="http://schemas.microsoft.com/office/drawing/2014/main" id="{2EC6244E-BC10-FAB3-CD80-2B6B1B34F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218" name="Group 94">
                <a:extLst>
                  <a:ext uri="{FF2B5EF4-FFF2-40B4-BE49-F238E27FC236}">
                    <a16:creationId xmlns:a16="http://schemas.microsoft.com/office/drawing/2014/main" id="{FCD321AB-D730-146A-22F0-A55F1AF2F88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220" name="AutoShape 95">
                  <a:extLst>
                    <a:ext uri="{FF2B5EF4-FFF2-40B4-BE49-F238E27FC236}">
                      <a16:creationId xmlns:a16="http://schemas.microsoft.com/office/drawing/2014/main" id="{E79B3305-EF8C-4D1E-A666-680DACAA82F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21" name="Group 96">
                  <a:extLst>
                    <a:ext uri="{FF2B5EF4-FFF2-40B4-BE49-F238E27FC236}">
                      <a16:creationId xmlns:a16="http://schemas.microsoft.com/office/drawing/2014/main" id="{55430C14-1437-2762-A074-C54A788075F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22" name="Group 97">
                    <a:extLst>
                      <a:ext uri="{FF2B5EF4-FFF2-40B4-BE49-F238E27FC236}">
                        <a16:creationId xmlns:a16="http://schemas.microsoft.com/office/drawing/2014/main" id="{EF55DD49-63B8-9609-BA4F-51F5B0AAB2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32" name="Freeform 98">
                      <a:extLst>
                        <a:ext uri="{FF2B5EF4-FFF2-40B4-BE49-F238E27FC236}">
                          <a16:creationId xmlns:a16="http://schemas.microsoft.com/office/drawing/2014/main" id="{DB13AFB5-C09C-B20E-DC36-B30F3A799E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3" name="Freeform 99">
                      <a:extLst>
                        <a:ext uri="{FF2B5EF4-FFF2-40B4-BE49-F238E27FC236}">
                          <a16:creationId xmlns:a16="http://schemas.microsoft.com/office/drawing/2014/main" id="{8ACBF8D9-BAD1-BA8C-6BEE-8BC7D01744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4" name="Freeform 100">
                      <a:extLst>
                        <a:ext uri="{FF2B5EF4-FFF2-40B4-BE49-F238E27FC236}">
                          <a16:creationId xmlns:a16="http://schemas.microsoft.com/office/drawing/2014/main" id="{095CA037-39CB-03B3-B0A7-A8282602F6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5" name="Freeform 101">
                      <a:extLst>
                        <a:ext uri="{FF2B5EF4-FFF2-40B4-BE49-F238E27FC236}">
                          <a16:creationId xmlns:a16="http://schemas.microsoft.com/office/drawing/2014/main" id="{4371E5D0-FE28-83EC-109C-5A22921217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6" name="Freeform 102">
                      <a:extLst>
                        <a:ext uri="{FF2B5EF4-FFF2-40B4-BE49-F238E27FC236}">
                          <a16:creationId xmlns:a16="http://schemas.microsoft.com/office/drawing/2014/main" id="{9ABF4603-67F9-BBD2-C74B-3CD2D2561B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7" name="Freeform 103">
                      <a:extLst>
                        <a:ext uri="{FF2B5EF4-FFF2-40B4-BE49-F238E27FC236}">
                          <a16:creationId xmlns:a16="http://schemas.microsoft.com/office/drawing/2014/main" id="{0CE3515D-4FF5-6619-110A-F790134861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8" name="Freeform 104">
                      <a:extLst>
                        <a:ext uri="{FF2B5EF4-FFF2-40B4-BE49-F238E27FC236}">
                          <a16:creationId xmlns:a16="http://schemas.microsoft.com/office/drawing/2014/main" id="{1EDC10FC-C458-9576-0971-5D0700CFBF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9" name="Freeform 105">
                      <a:extLst>
                        <a:ext uri="{FF2B5EF4-FFF2-40B4-BE49-F238E27FC236}">
                          <a16:creationId xmlns:a16="http://schemas.microsoft.com/office/drawing/2014/main" id="{9A515C9B-0BAD-D60B-F3D1-1D7799AB98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23" name="Group 106">
                    <a:extLst>
                      <a:ext uri="{FF2B5EF4-FFF2-40B4-BE49-F238E27FC236}">
                        <a16:creationId xmlns:a16="http://schemas.microsoft.com/office/drawing/2014/main" id="{756068D4-772C-3F07-5063-F807D8BEAAA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4" name="Freeform 107">
                      <a:extLst>
                        <a:ext uri="{FF2B5EF4-FFF2-40B4-BE49-F238E27FC236}">
                          <a16:creationId xmlns:a16="http://schemas.microsoft.com/office/drawing/2014/main" id="{D3B2185D-1D26-B6F2-F543-272B88CAB8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5" name="Freeform 108">
                      <a:extLst>
                        <a:ext uri="{FF2B5EF4-FFF2-40B4-BE49-F238E27FC236}">
                          <a16:creationId xmlns:a16="http://schemas.microsoft.com/office/drawing/2014/main" id="{BD2A5B2E-1985-37E7-4338-79CCB4E371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6" name="Freeform 109">
                      <a:extLst>
                        <a:ext uri="{FF2B5EF4-FFF2-40B4-BE49-F238E27FC236}">
                          <a16:creationId xmlns:a16="http://schemas.microsoft.com/office/drawing/2014/main" id="{7571B958-03CE-0BF6-6DB4-5C051F99D3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7" name="Freeform 110">
                      <a:extLst>
                        <a:ext uri="{FF2B5EF4-FFF2-40B4-BE49-F238E27FC236}">
                          <a16:creationId xmlns:a16="http://schemas.microsoft.com/office/drawing/2014/main" id="{278286C6-A781-980E-C8CB-AB89EABCC9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8" name="Freeform 111">
                      <a:extLst>
                        <a:ext uri="{FF2B5EF4-FFF2-40B4-BE49-F238E27FC236}">
                          <a16:creationId xmlns:a16="http://schemas.microsoft.com/office/drawing/2014/main" id="{4C447F4E-649F-7598-08F3-4433F14C22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9" name="Freeform 112">
                      <a:extLst>
                        <a:ext uri="{FF2B5EF4-FFF2-40B4-BE49-F238E27FC236}">
                          <a16:creationId xmlns:a16="http://schemas.microsoft.com/office/drawing/2014/main" id="{D38F53DB-5F54-492D-93E3-93F9008798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0" name="Freeform 113">
                      <a:extLst>
                        <a:ext uri="{FF2B5EF4-FFF2-40B4-BE49-F238E27FC236}">
                          <a16:creationId xmlns:a16="http://schemas.microsoft.com/office/drawing/2014/main" id="{2B9BB5DE-E4E9-1793-7A0F-903A389944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1" name="Freeform 114">
                      <a:extLst>
                        <a:ext uri="{FF2B5EF4-FFF2-40B4-BE49-F238E27FC236}">
                          <a16:creationId xmlns:a16="http://schemas.microsoft.com/office/drawing/2014/main" id="{6402BF93-2C23-3F18-3048-DA3F4703A9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219" name="WordArt 115">
                <a:extLst>
                  <a:ext uri="{FF2B5EF4-FFF2-40B4-BE49-F238E27FC236}">
                    <a16:creationId xmlns:a16="http://schemas.microsoft.com/office/drawing/2014/main" id="{80ACA5DB-CBA9-A960-84FB-03C5ADC56F9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17" name="WordArt 68">
              <a:extLst>
                <a:ext uri="{FF2B5EF4-FFF2-40B4-BE49-F238E27FC236}">
                  <a16:creationId xmlns:a16="http://schemas.microsoft.com/office/drawing/2014/main" id="{43A8AD8B-AB46-A522-E1E2-EA19E84A9F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as40r1</a:t>
              </a:r>
            </a:p>
          </p:txBody>
        </p:sp>
      </p:grp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54C5BF1E-1CD6-D535-1E99-2539DD430C86}"/>
              </a:ext>
            </a:extLst>
          </p:cNvPr>
          <p:cNvCxnSpPr>
            <a:cxnSpLocks/>
          </p:cNvCxnSpPr>
          <p:nvPr/>
        </p:nvCxnSpPr>
        <p:spPr>
          <a:xfrm flipH="1">
            <a:off x="4786489" y="6050845"/>
            <a:ext cx="1885244" cy="117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56DC7597-A8CC-D955-9557-3FDAD8E8C0EA}"/>
              </a:ext>
            </a:extLst>
          </p:cNvPr>
          <p:cNvGrpSpPr/>
          <p:nvPr/>
        </p:nvGrpSpPr>
        <p:grpSpPr>
          <a:xfrm>
            <a:off x="6343170" y="5902940"/>
            <a:ext cx="525968" cy="300901"/>
            <a:chOff x="967835" y="2541918"/>
            <a:chExt cx="1426054" cy="463051"/>
          </a:xfrm>
        </p:grpSpPr>
        <p:grpSp>
          <p:nvGrpSpPr>
            <p:cNvPr id="286" name="Group 93">
              <a:extLst>
                <a:ext uri="{FF2B5EF4-FFF2-40B4-BE49-F238E27FC236}">
                  <a16:creationId xmlns:a16="http://schemas.microsoft.com/office/drawing/2014/main" id="{819438D3-4F33-512C-1662-5349889977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288" name="Group 94">
                <a:extLst>
                  <a:ext uri="{FF2B5EF4-FFF2-40B4-BE49-F238E27FC236}">
                    <a16:creationId xmlns:a16="http://schemas.microsoft.com/office/drawing/2014/main" id="{D4906D9B-AEB3-6F86-A7D8-F5A730A03F9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290" name="AutoShape 95">
                  <a:extLst>
                    <a:ext uri="{FF2B5EF4-FFF2-40B4-BE49-F238E27FC236}">
                      <a16:creationId xmlns:a16="http://schemas.microsoft.com/office/drawing/2014/main" id="{1276C46F-27FA-2247-C09E-01ABBC33E3F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91" name="Group 96">
                  <a:extLst>
                    <a:ext uri="{FF2B5EF4-FFF2-40B4-BE49-F238E27FC236}">
                      <a16:creationId xmlns:a16="http://schemas.microsoft.com/office/drawing/2014/main" id="{80179F1A-8A20-CA84-C3F5-57419D63836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92" name="Group 97">
                    <a:extLst>
                      <a:ext uri="{FF2B5EF4-FFF2-40B4-BE49-F238E27FC236}">
                        <a16:creationId xmlns:a16="http://schemas.microsoft.com/office/drawing/2014/main" id="{27806819-7D08-6295-9C06-74247E2D1FF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02" name="Freeform 98">
                      <a:extLst>
                        <a:ext uri="{FF2B5EF4-FFF2-40B4-BE49-F238E27FC236}">
                          <a16:creationId xmlns:a16="http://schemas.microsoft.com/office/drawing/2014/main" id="{81B030AF-3C25-2719-7795-940322206E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3" name="Freeform 99">
                      <a:extLst>
                        <a:ext uri="{FF2B5EF4-FFF2-40B4-BE49-F238E27FC236}">
                          <a16:creationId xmlns:a16="http://schemas.microsoft.com/office/drawing/2014/main" id="{44F3918B-A678-A6D6-B6AE-9199B1E179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4" name="Freeform 100">
                      <a:extLst>
                        <a:ext uri="{FF2B5EF4-FFF2-40B4-BE49-F238E27FC236}">
                          <a16:creationId xmlns:a16="http://schemas.microsoft.com/office/drawing/2014/main" id="{71F12836-1E85-3A29-59A6-67892D3AFF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5" name="Freeform 101">
                      <a:extLst>
                        <a:ext uri="{FF2B5EF4-FFF2-40B4-BE49-F238E27FC236}">
                          <a16:creationId xmlns:a16="http://schemas.microsoft.com/office/drawing/2014/main" id="{3D65E61E-6CA2-3E72-A7A2-6A9A9088F3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6" name="Freeform 102">
                      <a:extLst>
                        <a:ext uri="{FF2B5EF4-FFF2-40B4-BE49-F238E27FC236}">
                          <a16:creationId xmlns:a16="http://schemas.microsoft.com/office/drawing/2014/main" id="{E9B77883-20D7-9C51-53D1-A991DDFDA9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7" name="Freeform 103">
                      <a:extLst>
                        <a:ext uri="{FF2B5EF4-FFF2-40B4-BE49-F238E27FC236}">
                          <a16:creationId xmlns:a16="http://schemas.microsoft.com/office/drawing/2014/main" id="{F0CFF81C-CB4C-16DC-252E-66E3BADFEE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8" name="Freeform 104">
                      <a:extLst>
                        <a:ext uri="{FF2B5EF4-FFF2-40B4-BE49-F238E27FC236}">
                          <a16:creationId xmlns:a16="http://schemas.microsoft.com/office/drawing/2014/main" id="{5A16DDCB-39D4-5D26-ED8D-C8EB66C03B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9" name="Freeform 105">
                      <a:extLst>
                        <a:ext uri="{FF2B5EF4-FFF2-40B4-BE49-F238E27FC236}">
                          <a16:creationId xmlns:a16="http://schemas.microsoft.com/office/drawing/2014/main" id="{08FB0DE4-4E76-D177-A0F3-FFDAFCEF0E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93" name="Group 106">
                    <a:extLst>
                      <a:ext uri="{FF2B5EF4-FFF2-40B4-BE49-F238E27FC236}">
                        <a16:creationId xmlns:a16="http://schemas.microsoft.com/office/drawing/2014/main" id="{228C3F4C-B4FC-6E18-4097-04BF74AA2B5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94" name="Freeform 107">
                      <a:extLst>
                        <a:ext uri="{FF2B5EF4-FFF2-40B4-BE49-F238E27FC236}">
                          <a16:creationId xmlns:a16="http://schemas.microsoft.com/office/drawing/2014/main" id="{AB85643B-B984-AB80-C633-4B524E19CA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5" name="Freeform 108">
                      <a:extLst>
                        <a:ext uri="{FF2B5EF4-FFF2-40B4-BE49-F238E27FC236}">
                          <a16:creationId xmlns:a16="http://schemas.microsoft.com/office/drawing/2014/main" id="{FF992DC3-5008-C324-D490-D948C4C816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6" name="Freeform 109">
                      <a:extLst>
                        <a:ext uri="{FF2B5EF4-FFF2-40B4-BE49-F238E27FC236}">
                          <a16:creationId xmlns:a16="http://schemas.microsoft.com/office/drawing/2014/main" id="{A8C23D36-9B23-252E-044D-246596BAB3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7" name="Freeform 110">
                      <a:extLst>
                        <a:ext uri="{FF2B5EF4-FFF2-40B4-BE49-F238E27FC236}">
                          <a16:creationId xmlns:a16="http://schemas.microsoft.com/office/drawing/2014/main" id="{59C577EC-4112-7854-07C9-76F47D38D3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8" name="Freeform 111">
                      <a:extLst>
                        <a:ext uri="{FF2B5EF4-FFF2-40B4-BE49-F238E27FC236}">
                          <a16:creationId xmlns:a16="http://schemas.microsoft.com/office/drawing/2014/main" id="{E0042327-FBF5-50A8-E063-E9D9E00281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9" name="Freeform 112">
                      <a:extLst>
                        <a:ext uri="{FF2B5EF4-FFF2-40B4-BE49-F238E27FC236}">
                          <a16:creationId xmlns:a16="http://schemas.microsoft.com/office/drawing/2014/main" id="{39F0F03F-DEC2-2BF3-2B00-4EE70254F5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0" name="Freeform 113">
                      <a:extLst>
                        <a:ext uri="{FF2B5EF4-FFF2-40B4-BE49-F238E27FC236}">
                          <a16:creationId xmlns:a16="http://schemas.microsoft.com/office/drawing/2014/main" id="{FB7786F8-5897-9C08-7512-66ACE44A4D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1" name="Freeform 114">
                      <a:extLst>
                        <a:ext uri="{FF2B5EF4-FFF2-40B4-BE49-F238E27FC236}">
                          <a16:creationId xmlns:a16="http://schemas.microsoft.com/office/drawing/2014/main" id="{B94EC6AB-7094-F2B2-D732-20E7E63840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289" name="WordArt 115">
                <a:extLst>
                  <a:ext uri="{FF2B5EF4-FFF2-40B4-BE49-F238E27FC236}">
                    <a16:creationId xmlns:a16="http://schemas.microsoft.com/office/drawing/2014/main" id="{476B69CE-8930-389C-51A0-7ED8FEAD822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87" name="WordArt 68">
              <a:extLst>
                <a:ext uri="{FF2B5EF4-FFF2-40B4-BE49-F238E27FC236}">
                  <a16:creationId xmlns:a16="http://schemas.microsoft.com/office/drawing/2014/main" id="{A8CA4095-8887-A657-1AE8-64091619050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as60r1</a:t>
              </a:r>
            </a:p>
          </p:txBody>
        </p:sp>
      </p:grp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965179B6-4733-7649-1546-5721E80774F0}"/>
              </a:ext>
            </a:extLst>
          </p:cNvPr>
          <p:cNvCxnSpPr>
            <a:cxnSpLocks/>
          </p:cNvCxnSpPr>
          <p:nvPr/>
        </p:nvCxnSpPr>
        <p:spPr>
          <a:xfrm flipH="1">
            <a:off x="9508875" y="1354667"/>
            <a:ext cx="1576814" cy="7383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5D50E703-0B99-62F2-4022-86699CB8A455}"/>
              </a:ext>
            </a:extLst>
          </p:cNvPr>
          <p:cNvGrpSpPr/>
          <p:nvPr/>
        </p:nvGrpSpPr>
        <p:grpSpPr>
          <a:xfrm>
            <a:off x="10877424" y="1149593"/>
            <a:ext cx="496383" cy="712800"/>
            <a:chOff x="8372271" y="14473101"/>
            <a:chExt cx="549698" cy="789360"/>
          </a:xfrm>
        </p:grpSpPr>
        <p:sp>
          <p:nvSpPr>
            <p:cNvPr id="800" name="Text Box 169">
              <a:extLst>
                <a:ext uri="{FF2B5EF4-FFF2-40B4-BE49-F238E27FC236}">
                  <a16:creationId xmlns:a16="http://schemas.microsoft.com/office/drawing/2014/main" id="{1EB5EC46-7092-D351-C7B3-A5D41B4AE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c3</a:t>
              </a:r>
            </a:p>
          </p:txBody>
        </p:sp>
        <p:pic>
          <p:nvPicPr>
            <p:cNvPr id="801" name="Picture 231">
              <a:extLst>
                <a:ext uri="{FF2B5EF4-FFF2-40B4-BE49-F238E27FC236}">
                  <a16:creationId xmlns:a16="http://schemas.microsoft.com/office/drawing/2014/main" id="{FD5A39C4-F8F0-4FB9-CA05-C3D25E619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849" name="Group 848">
            <a:extLst>
              <a:ext uri="{FF2B5EF4-FFF2-40B4-BE49-F238E27FC236}">
                <a16:creationId xmlns:a16="http://schemas.microsoft.com/office/drawing/2014/main" id="{6FE0656D-FB74-FE84-B3D5-24C2108E94C8}"/>
              </a:ext>
            </a:extLst>
          </p:cNvPr>
          <p:cNvGrpSpPr/>
          <p:nvPr/>
        </p:nvGrpSpPr>
        <p:grpSpPr>
          <a:xfrm>
            <a:off x="4507404" y="5864846"/>
            <a:ext cx="496383" cy="712800"/>
            <a:chOff x="8372271" y="14473101"/>
            <a:chExt cx="549698" cy="789360"/>
          </a:xfrm>
        </p:grpSpPr>
        <p:sp>
          <p:nvSpPr>
            <p:cNvPr id="850" name="Text Box 169">
              <a:extLst>
                <a:ext uri="{FF2B5EF4-FFF2-40B4-BE49-F238E27FC236}">
                  <a16:creationId xmlns:a16="http://schemas.microsoft.com/office/drawing/2014/main" id="{E0771EE9-30CC-0AD4-B86F-1A66A93F4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c2</a:t>
              </a:r>
            </a:p>
          </p:txBody>
        </p:sp>
        <p:pic>
          <p:nvPicPr>
            <p:cNvPr id="851" name="Picture 231">
              <a:extLst>
                <a:ext uri="{FF2B5EF4-FFF2-40B4-BE49-F238E27FC236}">
                  <a16:creationId xmlns:a16="http://schemas.microsoft.com/office/drawing/2014/main" id="{4F0312E2-596E-2B97-D7E5-605E5F9D1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852" name="Group 851">
            <a:extLst>
              <a:ext uri="{FF2B5EF4-FFF2-40B4-BE49-F238E27FC236}">
                <a16:creationId xmlns:a16="http://schemas.microsoft.com/office/drawing/2014/main" id="{BC856924-FA23-4775-15A1-718268978FDF}"/>
              </a:ext>
            </a:extLst>
          </p:cNvPr>
          <p:cNvGrpSpPr/>
          <p:nvPr/>
        </p:nvGrpSpPr>
        <p:grpSpPr>
          <a:xfrm>
            <a:off x="1693497" y="6126668"/>
            <a:ext cx="496383" cy="712800"/>
            <a:chOff x="8372271" y="14473101"/>
            <a:chExt cx="549698" cy="789360"/>
          </a:xfrm>
        </p:grpSpPr>
        <p:sp>
          <p:nvSpPr>
            <p:cNvPr id="853" name="Text Box 169">
              <a:extLst>
                <a:ext uri="{FF2B5EF4-FFF2-40B4-BE49-F238E27FC236}">
                  <a16:creationId xmlns:a16="http://schemas.microsoft.com/office/drawing/2014/main" id="{8D45F4FD-EDF7-392B-491D-8EE96ECB2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c1</a:t>
              </a:r>
            </a:p>
          </p:txBody>
        </p:sp>
        <p:pic>
          <p:nvPicPr>
            <p:cNvPr id="854" name="Picture 231">
              <a:extLst>
                <a:ext uri="{FF2B5EF4-FFF2-40B4-BE49-F238E27FC236}">
                  <a16:creationId xmlns:a16="http://schemas.microsoft.com/office/drawing/2014/main" id="{4A0FC307-D87C-DA33-39A1-5E90E0B1C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8C72DA56-0E90-950E-689E-268D5564B615}"/>
              </a:ext>
            </a:extLst>
          </p:cNvPr>
          <p:cNvCxnSpPr>
            <a:cxnSpLocks/>
          </p:cNvCxnSpPr>
          <p:nvPr/>
        </p:nvCxnSpPr>
        <p:spPr>
          <a:xfrm flipV="1">
            <a:off x="8891954" y="2074712"/>
            <a:ext cx="589489" cy="12780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39D3F056-E762-1663-A990-5F9BEC87E514}"/>
              </a:ext>
            </a:extLst>
          </p:cNvPr>
          <p:cNvGrpSpPr/>
          <p:nvPr/>
        </p:nvGrpSpPr>
        <p:grpSpPr>
          <a:xfrm>
            <a:off x="9196053" y="1959020"/>
            <a:ext cx="525968" cy="300901"/>
            <a:chOff x="967835" y="2541918"/>
            <a:chExt cx="1426054" cy="463051"/>
          </a:xfrm>
        </p:grpSpPr>
        <p:grpSp>
          <p:nvGrpSpPr>
            <p:cNvPr id="426" name="Group 93">
              <a:extLst>
                <a:ext uri="{FF2B5EF4-FFF2-40B4-BE49-F238E27FC236}">
                  <a16:creationId xmlns:a16="http://schemas.microsoft.com/office/drawing/2014/main" id="{61A5B754-F3E9-62E4-DC7D-34D82CDDAB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8" name="Group 94">
                <a:extLst>
                  <a:ext uri="{FF2B5EF4-FFF2-40B4-BE49-F238E27FC236}">
                    <a16:creationId xmlns:a16="http://schemas.microsoft.com/office/drawing/2014/main" id="{F7A72690-EF6F-D9DB-4786-A08FEF6683F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30" name="AutoShape 95">
                  <a:extLst>
                    <a:ext uri="{FF2B5EF4-FFF2-40B4-BE49-F238E27FC236}">
                      <a16:creationId xmlns:a16="http://schemas.microsoft.com/office/drawing/2014/main" id="{6BDB437D-A4CD-3E89-6A78-68428A615BF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31" name="Group 96">
                  <a:extLst>
                    <a:ext uri="{FF2B5EF4-FFF2-40B4-BE49-F238E27FC236}">
                      <a16:creationId xmlns:a16="http://schemas.microsoft.com/office/drawing/2014/main" id="{7412F5B5-D487-71EE-930D-F04C079998A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32" name="Group 97">
                    <a:extLst>
                      <a:ext uri="{FF2B5EF4-FFF2-40B4-BE49-F238E27FC236}">
                        <a16:creationId xmlns:a16="http://schemas.microsoft.com/office/drawing/2014/main" id="{CC428F0C-76F5-8058-3D6B-2CB90D4F21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42" name="Freeform 98">
                      <a:extLst>
                        <a:ext uri="{FF2B5EF4-FFF2-40B4-BE49-F238E27FC236}">
                          <a16:creationId xmlns:a16="http://schemas.microsoft.com/office/drawing/2014/main" id="{4C5ECCA7-A726-CD0E-27DB-8E760871AE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3" name="Freeform 99">
                      <a:extLst>
                        <a:ext uri="{FF2B5EF4-FFF2-40B4-BE49-F238E27FC236}">
                          <a16:creationId xmlns:a16="http://schemas.microsoft.com/office/drawing/2014/main" id="{B6A757C6-CCB8-37B2-FBB6-FD8854A745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4" name="Freeform 100">
                      <a:extLst>
                        <a:ext uri="{FF2B5EF4-FFF2-40B4-BE49-F238E27FC236}">
                          <a16:creationId xmlns:a16="http://schemas.microsoft.com/office/drawing/2014/main" id="{1B2382A0-84DD-09A9-7FE2-24FA466A1A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5" name="Freeform 101">
                      <a:extLst>
                        <a:ext uri="{FF2B5EF4-FFF2-40B4-BE49-F238E27FC236}">
                          <a16:creationId xmlns:a16="http://schemas.microsoft.com/office/drawing/2014/main" id="{D9CB75AE-E862-F874-182F-F16C24952C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6" name="Freeform 102">
                      <a:extLst>
                        <a:ext uri="{FF2B5EF4-FFF2-40B4-BE49-F238E27FC236}">
                          <a16:creationId xmlns:a16="http://schemas.microsoft.com/office/drawing/2014/main" id="{4EB06BD9-C0D9-AF88-25F1-369B6AF679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7" name="Freeform 103">
                      <a:extLst>
                        <a:ext uri="{FF2B5EF4-FFF2-40B4-BE49-F238E27FC236}">
                          <a16:creationId xmlns:a16="http://schemas.microsoft.com/office/drawing/2014/main" id="{480CF2C3-A571-1C33-EFCE-D78654D2BB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8" name="Freeform 104">
                      <a:extLst>
                        <a:ext uri="{FF2B5EF4-FFF2-40B4-BE49-F238E27FC236}">
                          <a16:creationId xmlns:a16="http://schemas.microsoft.com/office/drawing/2014/main" id="{9DA168D1-0842-EDF3-131F-72727FC224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9" name="Freeform 105">
                      <a:extLst>
                        <a:ext uri="{FF2B5EF4-FFF2-40B4-BE49-F238E27FC236}">
                          <a16:creationId xmlns:a16="http://schemas.microsoft.com/office/drawing/2014/main" id="{30D58FB7-4C7F-12E1-A575-BCB62D8D17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33" name="Group 106">
                    <a:extLst>
                      <a:ext uri="{FF2B5EF4-FFF2-40B4-BE49-F238E27FC236}">
                        <a16:creationId xmlns:a16="http://schemas.microsoft.com/office/drawing/2014/main" id="{F13CE8EC-9741-8C47-36E0-16E5C271193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34" name="Freeform 107">
                      <a:extLst>
                        <a:ext uri="{FF2B5EF4-FFF2-40B4-BE49-F238E27FC236}">
                          <a16:creationId xmlns:a16="http://schemas.microsoft.com/office/drawing/2014/main" id="{F8987784-3247-598D-695F-AF79E7AEFE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5" name="Freeform 108">
                      <a:extLst>
                        <a:ext uri="{FF2B5EF4-FFF2-40B4-BE49-F238E27FC236}">
                          <a16:creationId xmlns:a16="http://schemas.microsoft.com/office/drawing/2014/main" id="{E7AF647C-BE56-6D97-290E-E1C6AAC562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6" name="Freeform 109">
                      <a:extLst>
                        <a:ext uri="{FF2B5EF4-FFF2-40B4-BE49-F238E27FC236}">
                          <a16:creationId xmlns:a16="http://schemas.microsoft.com/office/drawing/2014/main" id="{11041C19-A2CE-EAE4-A994-3BA08153DA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7" name="Freeform 110">
                      <a:extLst>
                        <a:ext uri="{FF2B5EF4-FFF2-40B4-BE49-F238E27FC236}">
                          <a16:creationId xmlns:a16="http://schemas.microsoft.com/office/drawing/2014/main" id="{97642AC5-D5BB-36FD-F767-D85839476B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8" name="Freeform 111">
                      <a:extLst>
                        <a:ext uri="{FF2B5EF4-FFF2-40B4-BE49-F238E27FC236}">
                          <a16:creationId xmlns:a16="http://schemas.microsoft.com/office/drawing/2014/main" id="{876C5069-4213-7C3C-B440-F5D5767249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9" name="Freeform 112">
                      <a:extLst>
                        <a:ext uri="{FF2B5EF4-FFF2-40B4-BE49-F238E27FC236}">
                          <a16:creationId xmlns:a16="http://schemas.microsoft.com/office/drawing/2014/main" id="{5379B54E-6A81-6283-8772-3323000600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0" name="Freeform 113">
                      <a:extLst>
                        <a:ext uri="{FF2B5EF4-FFF2-40B4-BE49-F238E27FC236}">
                          <a16:creationId xmlns:a16="http://schemas.microsoft.com/office/drawing/2014/main" id="{BBCEBE44-9523-AE05-6B53-36191806E9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1" name="Freeform 114">
                      <a:extLst>
                        <a:ext uri="{FF2B5EF4-FFF2-40B4-BE49-F238E27FC236}">
                          <a16:creationId xmlns:a16="http://schemas.microsoft.com/office/drawing/2014/main" id="{A71FAD9E-E110-F4A5-5C13-B389782457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29" name="WordArt 115">
                <a:extLst>
                  <a:ext uri="{FF2B5EF4-FFF2-40B4-BE49-F238E27FC236}">
                    <a16:creationId xmlns:a16="http://schemas.microsoft.com/office/drawing/2014/main" id="{196A8FBD-BF24-C6BF-6D1D-7AE8236C1F4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7" name="WordArt 68">
              <a:extLst>
                <a:ext uri="{FF2B5EF4-FFF2-40B4-BE49-F238E27FC236}">
                  <a16:creationId xmlns:a16="http://schemas.microsoft.com/office/drawing/2014/main" id="{CE778030-468B-5687-6E52-DAFB15275D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as90r1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9263903-17E6-BA4D-D1A3-45780B25F262}"/>
              </a:ext>
            </a:extLst>
          </p:cNvPr>
          <p:cNvGrpSpPr/>
          <p:nvPr/>
        </p:nvGrpSpPr>
        <p:grpSpPr>
          <a:xfrm>
            <a:off x="6297478" y="1788193"/>
            <a:ext cx="525968" cy="300901"/>
            <a:chOff x="967835" y="2541918"/>
            <a:chExt cx="1426054" cy="463051"/>
          </a:xfrm>
        </p:grpSpPr>
        <p:grpSp>
          <p:nvGrpSpPr>
            <p:cNvPr id="111" name="Group 93">
              <a:extLst>
                <a:ext uri="{FF2B5EF4-FFF2-40B4-BE49-F238E27FC236}">
                  <a16:creationId xmlns:a16="http://schemas.microsoft.com/office/drawing/2014/main" id="{5E1749FF-BFBF-EDD4-F730-0B84B59675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13" name="Group 94">
                <a:extLst>
                  <a:ext uri="{FF2B5EF4-FFF2-40B4-BE49-F238E27FC236}">
                    <a16:creationId xmlns:a16="http://schemas.microsoft.com/office/drawing/2014/main" id="{547C1DEB-491B-F102-CF41-051486205E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15" name="AutoShape 95">
                  <a:extLst>
                    <a:ext uri="{FF2B5EF4-FFF2-40B4-BE49-F238E27FC236}">
                      <a16:creationId xmlns:a16="http://schemas.microsoft.com/office/drawing/2014/main" id="{0D05B6B6-283F-71AC-AC9B-9A71BC65DC7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16" name="Group 96">
                  <a:extLst>
                    <a:ext uri="{FF2B5EF4-FFF2-40B4-BE49-F238E27FC236}">
                      <a16:creationId xmlns:a16="http://schemas.microsoft.com/office/drawing/2014/main" id="{2FBD51A6-CC2B-412D-2BE4-D4AA68E7F3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17" name="Group 97">
                    <a:extLst>
                      <a:ext uri="{FF2B5EF4-FFF2-40B4-BE49-F238E27FC236}">
                        <a16:creationId xmlns:a16="http://schemas.microsoft.com/office/drawing/2014/main" id="{B127BD07-D377-F7A4-2BBB-3F6D283BC38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27" name="Freeform 98">
                      <a:extLst>
                        <a:ext uri="{FF2B5EF4-FFF2-40B4-BE49-F238E27FC236}">
                          <a16:creationId xmlns:a16="http://schemas.microsoft.com/office/drawing/2014/main" id="{8698FF50-1716-8ACA-6D52-C20E79B895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8" name="Freeform 99">
                      <a:extLst>
                        <a:ext uri="{FF2B5EF4-FFF2-40B4-BE49-F238E27FC236}">
                          <a16:creationId xmlns:a16="http://schemas.microsoft.com/office/drawing/2014/main" id="{B251796A-DE1F-41B5-1F2F-36799C3481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9" name="Freeform 100">
                      <a:extLst>
                        <a:ext uri="{FF2B5EF4-FFF2-40B4-BE49-F238E27FC236}">
                          <a16:creationId xmlns:a16="http://schemas.microsoft.com/office/drawing/2014/main" id="{1E6053DA-C46A-F305-A208-42483E4B73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0" name="Freeform 101">
                      <a:extLst>
                        <a:ext uri="{FF2B5EF4-FFF2-40B4-BE49-F238E27FC236}">
                          <a16:creationId xmlns:a16="http://schemas.microsoft.com/office/drawing/2014/main" id="{A53D7AAD-2FC4-58C4-B469-3653070580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1" name="Freeform 102">
                      <a:extLst>
                        <a:ext uri="{FF2B5EF4-FFF2-40B4-BE49-F238E27FC236}">
                          <a16:creationId xmlns:a16="http://schemas.microsoft.com/office/drawing/2014/main" id="{49A0CC42-3F92-23B0-EA1A-B266FAB59E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2" name="Freeform 103">
                      <a:extLst>
                        <a:ext uri="{FF2B5EF4-FFF2-40B4-BE49-F238E27FC236}">
                          <a16:creationId xmlns:a16="http://schemas.microsoft.com/office/drawing/2014/main" id="{F28246CA-370D-325A-AA29-D2537D59C1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3" name="Freeform 104">
                      <a:extLst>
                        <a:ext uri="{FF2B5EF4-FFF2-40B4-BE49-F238E27FC236}">
                          <a16:creationId xmlns:a16="http://schemas.microsoft.com/office/drawing/2014/main" id="{83CB55BF-FD97-D51B-6130-A274E16EEE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4" name="Freeform 105">
                      <a:extLst>
                        <a:ext uri="{FF2B5EF4-FFF2-40B4-BE49-F238E27FC236}">
                          <a16:creationId xmlns:a16="http://schemas.microsoft.com/office/drawing/2014/main" id="{7C62064A-9308-3095-E58B-7C55BDB68A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18" name="Group 106">
                    <a:extLst>
                      <a:ext uri="{FF2B5EF4-FFF2-40B4-BE49-F238E27FC236}">
                        <a16:creationId xmlns:a16="http://schemas.microsoft.com/office/drawing/2014/main" id="{131CBDB6-76A7-EFF3-2250-B0E0CE5B646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19" name="Freeform 107">
                      <a:extLst>
                        <a:ext uri="{FF2B5EF4-FFF2-40B4-BE49-F238E27FC236}">
                          <a16:creationId xmlns:a16="http://schemas.microsoft.com/office/drawing/2014/main" id="{3C9A12AC-ADF2-CA99-569A-DDBC0EF5C4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0" name="Freeform 108">
                      <a:extLst>
                        <a:ext uri="{FF2B5EF4-FFF2-40B4-BE49-F238E27FC236}">
                          <a16:creationId xmlns:a16="http://schemas.microsoft.com/office/drawing/2014/main" id="{C3F936F6-7407-0250-4AA2-0ACE7A01FB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1" name="Freeform 109">
                      <a:extLst>
                        <a:ext uri="{FF2B5EF4-FFF2-40B4-BE49-F238E27FC236}">
                          <a16:creationId xmlns:a16="http://schemas.microsoft.com/office/drawing/2014/main" id="{62357030-B4A4-06D7-CDF7-52834803C2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2" name="Freeform 110">
                      <a:extLst>
                        <a:ext uri="{FF2B5EF4-FFF2-40B4-BE49-F238E27FC236}">
                          <a16:creationId xmlns:a16="http://schemas.microsoft.com/office/drawing/2014/main" id="{15493FC0-D8E2-ED32-9C87-D1C59A01A1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3" name="Freeform 111">
                      <a:extLst>
                        <a:ext uri="{FF2B5EF4-FFF2-40B4-BE49-F238E27FC236}">
                          <a16:creationId xmlns:a16="http://schemas.microsoft.com/office/drawing/2014/main" id="{13B93644-D4E0-E3DF-06F5-A36622A6DF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4" name="Freeform 112">
                      <a:extLst>
                        <a:ext uri="{FF2B5EF4-FFF2-40B4-BE49-F238E27FC236}">
                          <a16:creationId xmlns:a16="http://schemas.microsoft.com/office/drawing/2014/main" id="{0517EAE5-9407-4179-18E1-50DE0C3889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5" name="Freeform 113">
                      <a:extLst>
                        <a:ext uri="{FF2B5EF4-FFF2-40B4-BE49-F238E27FC236}">
                          <a16:creationId xmlns:a16="http://schemas.microsoft.com/office/drawing/2014/main" id="{960F8FDD-9ECF-94F2-A5FE-9EF967A7B9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6" name="Freeform 114">
                      <a:extLst>
                        <a:ext uri="{FF2B5EF4-FFF2-40B4-BE49-F238E27FC236}">
                          <a16:creationId xmlns:a16="http://schemas.microsoft.com/office/drawing/2014/main" id="{84C71E75-4B04-5EF2-D775-123EEA9EC2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14" name="WordArt 115">
                <a:extLst>
                  <a:ext uri="{FF2B5EF4-FFF2-40B4-BE49-F238E27FC236}">
                    <a16:creationId xmlns:a16="http://schemas.microsoft.com/office/drawing/2014/main" id="{44D8534F-464E-B73D-6F84-107D5C99723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12" name="WordArt 68">
              <a:extLst>
                <a:ext uri="{FF2B5EF4-FFF2-40B4-BE49-F238E27FC236}">
                  <a16:creationId xmlns:a16="http://schemas.microsoft.com/office/drawing/2014/main" id="{4E35FA9E-23BF-917B-D077-4BD6AF19A5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as1madrid</a:t>
              </a:r>
            </a:p>
          </p:txBody>
        </p:sp>
      </p:grpSp>
      <p:grpSp>
        <p:nvGrpSpPr>
          <p:cNvPr id="919" name="Group 146">
            <a:extLst>
              <a:ext uri="{FF2B5EF4-FFF2-40B4-BE49-F238E27FC236}">
                <a16:creationId xmlns:a16="http://schemas.microsoft.com/office/drawing/2014/main" id="{6C54A913-ABCD-B1DC-A4AE-3060880FA2B5}"/>
              </a:ext>
            </a:extLst>
          </p:cNvPr>
          <p:cNvGrpSpPr>
            <a:grpSpLocks/>
          </p:cNvGrpSpPr>
          <p:nvPr/>
        </p:nvGrpSpPr>
        <p:grpSpPr bwMode="auto">
          <a:xfrm>
            <a:off x="8855192" y="2923558"/>
            <a:ext cx="331036" cy="275863"/>
            <a:chOff x="144" y="3264"/>
            <a:chExt cx="288" cy="240"/>
          </a:xfrm>
        </p:grpSpPr>
        <p:sp>
          <p:nvSpPr>
            <p:cNvPr id="920" name="Rectangle 147">
              <a:extLst>
                <a:ext uri="{FF2B5EF4-FFF2-40B4-BE49-F238E27FC236}">
                  <a16:creationId xmlns:a16="http://schemas.microsoft.com/office/drawing/2014/main" id="{D59AE03C-1BEF-2CEC-BDFD-AE0DD11A1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21" name="Rectangle 148">
              <a:extLst>
                <a:ext uri="{FF2B5EF4-FFF2-40B4-BE49-F238E27FC236}">
                  <a16:creationId xmlns:a16="http://schemas.microsoft.com/office/drawing/2014/main" id="{7BB7877A-476D-5FDA-F2D1-5BE7D7E4F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22" name="Group 146">
            <a:extLst>
              <a:ext uri="{FF2B5EF4-FFF2-40B4-BE49-F238E27FC236}">
                <a16:creationId xmlns:a16="http://schemas.microsoft.com/office/drawing/2014/main" id="{79C2E614-B8F8-0118-1710-DA4B59432DF6}"/>
              </a:ext>
            </a:extLst>
          </p:cNvPr>
          <p:cNvGrpSpPr>
            <a:grpSpLocks/>
          </p:cNvGrpSpPr>
          <p:nvPr/>
        </p:nvGrpSpPr>
        <p:grpSpPr bwMode="auto">
          <a:xfrm>
            <a:off x="8277617" y="2972883"/>
            <a:ext cx="331036" cy="275863"/>
            <a:chOff x="144" y="3264"/>
            <a:chExt cx="288" cy="240"/>
          </a:xfrm>
        </p:grpSpPr>
        <p:sp>
          <p:nvSpPr>
            <p:cNvPr id="923" name="Rectangle 147">
              <a:extLst>
                <a:ext uri="{FF2B5EF4-FFF2-40B4-BE49-F238E27FC236}">
                  <a16:creationId xmlns:a16="http://schemas.microsoft.com/office/drawing/2014/main" id="{7FE44FCE-8541-D129-780F-49334418A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24" name="Rectangle 148">
              <a:extLst>
                <a:ext uri="{FF2B5EF4-FFF2-40B4-BE49-F238E27FC236}">
                  <a16:creationId xmlns:a16="http://schemas.microsoft.com/office/drawing/2014/main" id="{84229531-496A-028B-6879-F20F0DBFC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27" name="Group 146">
            <a:extLst>
              <a:ext uri="{FF2B5EF4-FFF2-40B4-BE49-F238E27FC236}">
                <a16:creationId xmlns:a16="http://schemas.microsoft.com/office/drawing/2014/main" id="{3F52E060-6CE5-BE17-422B-E0FBF59B5CC4}"/>
              </a:ext>
            </a:extLst>
          </p:cNvPr>
          <p:cNvGrpSpPr>
            <a:grpSpLocks/>
          </p:cNvGrpSpPr>
          <p:nvPr/>
        </p:nvGrpSpPr>
        <p:grpSpPr bwMode="auto">
          <a:xfrm>
            <a:off x="9135161" y="2306072"/>
            <a:ext cx="331036" cy="275863"/>
            <a:chOff x="144" y="3264"/>
            <a:chExt cx="288" cy="240"/>
          </a:xfrm>
        </p:grpSpPr>
        <p:sp>
          <p:nvSpPr>
            <p:cNvPr id="928" name="Rectangle 147">
              <a:extLst>
                <a:ext uri="{FF2B5EF4-FFF2-40B4-BE49-F238E27FC236}">
                  <a16:creationId xmlns:a16="http://schemas.microsoft.com/office/drawing/2014/main" id="{F0F86B74-D376-6625-2DF8-6834B756F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29" name="Rectangle 148">
              <a:extLst>
                <a:ext uri="{FF2B5EF4-FFF2-40B4-BE49-F238E27FC236}">
                  <a16:creationId xmlns:a16="http://schemas.microsoft.com/office/drawing/2014/main" id="{60D89FEF-08CA-6EA3-4A06-EDA53FBD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31" name="Group 146">
            <a:extLst>
              <a:ext uri="{FF2B5EF4-FFF2-40B4-BE49-F238E27FC236}">
                <a16:creationId xmlns:a16="http://schemas.microsoft.com/office/drawing/2014/main" id="{2B33A8AA-8EEF-8426-40D2-75F8ED821510}"/>
              </a:ext>
            </a:extLst>
          </p:cNvPr>
          <p:cNvGrpSpPr>
            <a:grpSpLocks/>
          </p:cNvGrpSpPr>
          <p:nvPr/>
        </p:nvGrpSpPr>
        <p:grpSpPr bwMode="auto">
          <a:xfrm>
            <a:off x="6803349" y="2086385"/>
            <a:ext cx="331036" cy="275863"/>
            <a:chOff x="144" y="3264"/>
            <a:chExt cx="288" cy="240"/>
          </a:xfrm>
        </p:grpSpPr>
        <p:sp>
          <p:nvSpPr>
            <p:cNvPr id="932" name="Rectangle 147">
              <a:extLst>
                <a:ext uri="{FF2B5EF4-FFF2-40B4-BE49-F238E27FC236}">
                  <a16:creationId xmlns:a16="http://schemas.microsoft.com/office/drawing/2014/main" id="{C58FAB14-6783-CC4E-ACF5-382AB7DB2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33" name="Rectangle 148">
              <a:extLst>
                <a:ext uri="{FF2B5EF4-FFF2-40B4-BE49-F238E27FC236}">
                  <a16:creationId xmlns:a16="http://schemas.microsoft.com/office/drawing/2014/main" id="{4B442315-9C7C-D6E8-CE63-793C84487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35" name="Group 146">
            <a:extLst>
              <a:ext uri="{FF2B5EF4-FFF2-40B4-BE49-F238E27FC236}">
                <a16:creationId xmlns:a16="http://schemas.microsoft.com/office/drawing/2014/main" id="{B8190862-AF0D-ACF6-6C5F-27B3365BA67D}"/>
              </a:ext>
            </a:extLst>
          </p:cNvPr>
          <p:cNvGrpSpPr>
            <a:grpSpLocks/>
          </p:cNvGrpSpPr>
          <p:nvPr/>
        </p:nvGrpSpPr>
        <p:grpSpPr bwMode="auto">
          <a:xfrm>
            <a:off x="5858786" y="1874496"/>
            <a:ext cx="331036" cy="275863"/>
            <a:chOff x="144" y="3264"/>
            <a:chExt cx="288" cy="240"/>
          </a:xfrm>
        </p:grpSpPr>
        <p:sp>
          <p:nvSpPr>
            <p:cNvPr id="936" name="Rectangle 147">
              <a:extLst>
                <a:ext uri="{FF2B5EF4-FFF2-40B4-BE49-F238E27FC236}">
                  <a16:creationId xmlns:a16="http://schemas.microsoft.com/office/drawing/2014/main" id="{43FF76C1-8E92-A522-9E0F-A96515106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37" name="Rectangle 148">
              <a:extLst>
                <a:ext uri="{FF2B5EF4-FFF2-40B4-BE49-F238E27FC236}">
                  <a16:creationId xmlns:a16="http://schemas.microsoft.com/office/drawing/2014/main" id="{9C5FFAA7-4DEB-F7BB-363A-4B5332CC5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38" name="Group 146">
            <a:extLst>
              <a:ext uri="{FF2B5EF4-FFF2-40B4-BE49-F238E27FC236}">
                <a16:creationId xmlns:a16="http://schemas.microsoft.com/office/drawing/2014/main" id="{33EA1727-9C10-FEB7-6148-6A6B57BB5E43}"/>
              </a:ext>
            </a:extLst>
          </p:cNvPr>
          <p:cNvGrpSpPr>
            <a:grpSpLocks/>
          </p:cNvGrpSpPr>
          <p:nvPr/>
        </p:nvGrpSpPr>
        <p:grpSpPr bwMode="auto">
          <a:xfrm>
            <a:off x="6243500" y="2139770"/>
            <a:ext cx="331036" cy="275863"/>
            <a:chOff x="144" y="3264"/>
            <a:chExt cx="288" cy="240"/>
          </a:xfrm>
        </p:grpSpPr>
        <p:sp>
          <p:nvSpPr>
            <p:cNvPr id="939" name="Rectangle 147">
              <a:extLst>
                <a:ext uri="{FF2B5EF4-FFF2-40B4-BE49-F238E27FC236}">
                  <a16:creationId xmlns:a16="http://schemas.microsoft.com/office/drawing/2014/main" id="{B5FBD66F-5530-630C-3B84-710E7C919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40" name="Rectangle 148">
              <a:extLst>
                <a:ext uri="{FF2B5EF4-FFF2-40B4-BE49-F238E27FC236}">
                  <a16:creationId xmlns:a16="http://schemas.microsoft.com/office/drawing/2014/main" id="{1F013C82-990A-F3F6-EBC6-BA4B32A69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41" name="Group 146">
            <a:extLst>
              <a:ext uri="{FF2B5EF4-FFF2-40B4-BE49-F238E27FC236}">
                <a16:creationId xmlns:a16="http://schemas.microsoft.com/office/drawing/2014/main" id="{E582DBA0-AA73-4CB1-45B5-9465785349C0}"/>
              </a:ext>
            </a:extLst>
          </p:cNvPr>
          <p:cNvGrpSpPr>
            <a:grpSpLocks/>
          </p:cNvGrpSpPr>
          <p:nvPr/>
        </p:nvGrpSpPr>
        <p:grpSpPr bwMode="auto">
          <a:xfrm>
            <a:off x="4689020" y="2213618"/>
            <a:ext cx="331036" cy="275863"/>
            <a:chOff x="144" y="3264"/>
            <a:chExt cx="288" cy="240"/>
          </a:xfrm>
        </p:grpSpPr>
        <p:sp>
          <p:nvSpPr>
            <p:cNvPr id="942" name="Rectangle 147">
              <a:extLst>
                <a:ext uri="{FF2B5EF4-FFF2-40B4-BE49-F238E27FC236}">
                  <a16:creationId xmlns:a16="http://schemas.microsoft.com/office/drawing/2014/main" id="{CE6A3207-8F1E-2D30-F95D-F7B61FD43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43" name="Rectangle 148">
              <a:extLst>
                <a:ext uri="{FF2B5EF4-FFF2-40B4-BE49-F238E27FC236}">
                  <a16:creationId xmlns:a16="http://schemas.microsoft.com/office/drawing/2014/main" id="{ABB91F08-1B52-E1A5-9FA1-8296274D4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47" name="Group 146">
            <a:extLst>
              <a:ext uri="{FF2B5EF4-FFF2-40B4-BE49-F238E27FC236}">
                <a16:creationId xmlns:a16="http://schemas.microsoft.com/office/drawing/2014/main" id="{845D86F9-1F6F-D7CB-3ABD-8767AE27AFEC}"/>
              </a:ext>
            </a:extLst>
          </p:cNvPr>
          <p:cNvGrpSpPr>
            <a:grpSpLocks/>
          </p:cNvGrpSpPr>
          <p:nvPr/>
        </p:nvGrpSpPr>
        <p:grpSpPr bwMode="auto">
          <a:xfrm>
            <a:off x="4527165" y="2619058"/>
            <a:ext cx="331036" cy="275863"/>
            <a:chOff x="144" y="3264"/>
            <a:chExt cx="288" cy="240"/>
          </a:xfrm>
        </p:grpSpPr>
        <p:sp>
          <p:nvSpPr>
            <p:cNvPr id="948" name="Rectangle 147">
              <a:extLst>
                <a:ext uri="{FF2B5EF4-FFF2-40B4-BE49-F238E27FC236}">
                  <a16:creationId xmlns:a16="http://schemas.microsoft.com/office/drawing/2014/main" id="{0A698D7E-C0DD-FD24-1A3B-E489482EF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49" name="Rectangle 148">
              <a:extLst>
                <a:ext uri="{FF2B5EF4-FFF2-40B4-BE49-F238E27FC236}">
                  <a16:creationId xmlns:a16="http://schemas.microsoft.com/office/drawing/2014/main" id="{BACB833A-52AF-61A6-7699-3C2489FC2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58" name="Group 146">
            <a:extLst>
              <a:ext uri="{FF2B5EF4-FFF2-40B4-BE49-F238E27FC236}">
                <a16:creationId xmlns:a16="http://schemas.microsoft.com/office/drawing/2014/main" id="{B82BEB34-6192-BCA7-34C3-853783F45F7B}"/>
              </a:ext>
            </a:extLst>
          </p:cNvPr>
          <p:cNvGrpSpPr>
            <a:grpSpLocks/>
          </p:cNvGrpSpPr>
          <p:nvPr/>
        </p:nvGrpSpPr>
        <p:grpSpPr bwMode="auto">
          <a:xfrm>
            <a:off x="5910686" y="2899589"/>
            <a:ext cx="331036" cy="275863"/>
            <a:chOff x="144" y="3264"/>
            <a:chExt cx="288" cy="240"/>
          </a:xfrm>
        </p:grpSpPr>
        <p:sp>
          <p:nvSpPr>
            <p:cNvPr id="959" name="Rectangle 147">
              <a:extLst>
                <a:ext uri="{FF2B5EF4-FFF2-40B4-BE49-F238E27FC236}">
                  <a16:creationId xmlns:a16="http://schemas.microsoft.com/office/drawing/2014/main" id="{1BABB1BC-E104-E23D-A7D4-06A8A90BB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60" name="Rectangle 148">
              <a:extLst>
                <a:ext uri="{FF2B5EF4-FFF2-40B4-BE49-F238E27FC236}">
                  <a16:creationId xmlns:a16="http://schemas.microsoft.com/office/drawing/2014/main" id="{7110F7E5-7D6D-0FCE-AE94-69B0B808C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67" name="Group 146">
            <a:extLst>
              <a:ext uri="{FF2B5EF4-FFF2-40B4-BE49-F238E27FC236}">
                <a16:creationId xmlns:a16="http://schemas.microsoft.com/office/drawing/2014/main" id="{0DA628F9-A0CE-1E81-02C5-E4A9FAF8E89E}"/>
              </a:ext>
            </a:extLst>
          </p:cNvPr>
          <p:cNvGrpSpPr>
            <a:grpSpLocks/>
          </p:cNvGrpSpPr>
          <p:nvPr/>
        </p:nvGrpSpPr>
        <p:grpSpPr bwMode="auto">
          <a:xfrm>
            <a:off x="5256652" y="3094547"/>
            <a:ext cx="331036" cy="275863"/>
            <a:chOff x="144" y="3264"/>
            <a:chExt cx="288" cy="240"/>
          </a:xfrm>
        </p:grpSpPr>
        <p:sp>
          <p:nvSpPr>
            <p:cNvPr id="968" name="Rectangle 147">
              <a:extLst>
                <a:ext uri="{FF2B5EF4-FFF2-40B4-BE49-F238E27FC236}">
                  <a16:creationId xmlns:a16="http://schemas.microsoft.com/office/drawing/2014/main" id="{F61A23C1-B26A-A6DC-5E95-4943662F0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69" name="Rectangle 148">
              <a:extLst>
                <a:ext uri="{FF2B5EF4-FFF2-40B4-BE49-F238E27FC236}">
                  <a16:creationId xmlns:a16="http://schemas.microsoft.com/office/drawing/2014/main" id="{70D395DF-526C-16CE-2603-BF68485D6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74" name="Group 146">
            <a:extLst>
              <a:ext uri="{FF2B5EF4-FFF2-40B4-BE49-F238E27FC236}">
                <a16:creationId xmlns:a16="http://schemas.microsoft.com/office/drawing/2014/main" id="{D512D81D-13D4-0762-FF1A-7BA2055B19F8}"/>
              </a:ext>
            </a:extLst>
          </p:cNvPr>
          <p:cNvGrpSpPr>
            <a:grpSpLocks/>
          </p:cNvGrpSpPr>
          <p:nvPr/>
        </p:nvGrpSpPr>
        <p:grpSpPr bwMode="auto">
          <a:xfrm>
            <a:off x="3932605" y="2658924"/>
            <a:ext cx="331036" cy="275863"/>
            <a:chOff x="144" y="3264"/>
            <a:chExt cx="288" cy="240"/>
          </a:xfrm>
        </p:grpSpPr>
        <p:sp>
          <p:nvSpPr>
            <p:cNvPr id="975" name="Rectangle 147">
              <a:extLst>
                <a:ext uri="{FF2B5EF4-FFF2-40B4-BE49-F238E27FC236}">
                  <a16:creationId xmlns:a16="http://schemas.microsoft.com/office/drawing/2014/main" id="{65BB6A7D-49BB-5205-3F0E-26ECE2474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76" name="Rectangle 148">
              <a:extLst>
                <a:ext uri="{FF2B5EF4-FFF2-40B4-BE49-F238E27FC236}">
                  <a16:creationId xmlns:a16="http://schemas.microsoft.com/office/drawing/2014/main" id="{60F78004-1142-EBF7-6EED-42203CFB4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91" name="Group 146">
            <a:extLst>
              <a:ext uri="{FF2B5EF4-FFF2-40B4-BE49-F238E27FC236}">
                <a16:creationId xmlns:a16="http://schemas.microsoft.com/office/drawing/2014/main" id="{04999E20-385A-5CAE-2FA1-4254B02B25A1}"/>
              </a:ext>
            </a:extLst>
          </p:cNvPr>
          <p:cNvGrpSpPr>
            <a:grpSpLocks/>
          </p:cNvGrpSpPr>
          <p:nvPr/>
        </p:nvGrpSpPr>
        <p:grpSpPr bwMode="auto">
          <a:xfrm>
            <a:off x="5741788" y="3612485"/>
            <a:ext cx="331036" cy="275863"/>
            <a:chOff x="144" y="3264"/>
            <a:chExt cx="288" cy="240"/>
          </a:xfrm>
        </p:grpSpPr>
        <p:sp>
          <p:nvSpPr>
            <p:cNvPr id="992" name="Rectangle 147">
              <a:extLst>
                <a:ext uri="{FF2B5EF4-FFF2-40B4-BE49-F238E27FC236}">
                  <a16:creationId xmlns:a16="http://schemas.microsoft.com/office/drawing/2014/main" id="{5F44C628-7AB8-279B-E9DD-735135B4B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93" name="Rectangle 148">
              <a:extLst>
                <a:ext uri="{FF2B5EF4-FFF2-40B4-BE49-F238E27FC236}">
                  <a16:creationId xmlns:a16="http://schemas.microsoft.com/office/drawing/2014/main" id="{993D0146-2571-0437-326A-5A6F4DB11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95" name="Group 146">
            <a:extLst>
              <a:ext uri="{FF2B5EF4-FFF2-40B4-BE49-F238E27FC236}">
                <a16:creationId xmlns:a16="http://schemas.microsoft.com/office/drawing/2014/main" id="{98016106-F0B7-41EA-45D5-20DE3BD2552A}"/>
              </a:ext>
            </a:extLst>
          </p:cNvPr>
          <p:cNvGrpSpPr>
            <a:grpSpLocks/>
          </p:cNvGrpSpPr>
          <p:nvPr/>
        </p:nvGrpSpPr>
        <p:grpSpPr bwMode="auto">
          <a:xfrm>
            <a:off x="5796370" y="4215025"/>
            <a:ext cx="331036" cy="275863"/>
            <a:chOff x="144" y="3264"/>
            <a:chExt cx="288" cy="240"/>
          </a:xfrm>
        </p:grpSpPr>
        <p:sp>
          <p:nvSpPr>
            <p:cNvPr id="996" name="Rectangle 147">
              <a:extLst>
                <a:ext uri="{FF2B5EF4-FFF2-40B4-BE49-F238E27FC236}">
                  <a16:creationId xmlns:a16="http://schemas.microsoft.com/office/drawing/2014/main" id="{0EF9C5E1-08A0-2710-2FCF-8993A27E7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97" name="Rectangle 148">
              <a:extLst>
                <a:ext uri="{FF2B5EF4-FFF2-40B4-BE49-F238E27FC236}">
                  <a16:creationId xmlns:a16="http://schemas.microsoft.com/office/drawing/2014/main" id="{0E03DD10-02F3-2F39-F65E-A5A820BC0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02" name="Group 146">
            <a:extLst>
              <a:ext uri="{FF2B5EF4-FFF2-40B4-BE49-F238E27FC236}">
                <a16:creationId xmlns:a16="http://schemas.microsoft.com/office/drawing/2014/main" id="{4AF13A6A-FF2F-57DF-5A30-1B27DBC23A22}"/>
              </a:ext>
            </a:extLst>
          </p:cNvPr>
          <p:cNvGrpSpPr>
            <a:grpSpLocks/>
          </p:cNvGrpSpPr>
          <p:nvPr/>
        </p:nvGrpSpPr>
        <p:grpSpPr bwMode="auto">
          <a:xfrm>
            <a:off x="5937730" y="4908957"/>
            <a:ext cx="331036" cy="275863"/>
            <a:chOff x="144" y="3264"/>
            <a:chExt cx="288" cy="240"/>
          </a:xfrm>
        </p:grpSpPr>
        <p:sp>
          <p:nvSpPr>
            <p:cNvPr id="1003" name="Rectangle 147">
              <a:extLst>
                <a:ext uri="{FF2B5EF4-FFF2-40B4-BE49-F238E27FC236}">
                  <a16:creationId xmlns:a16="http://schemas.microsoft.com/office/drawing/2014/main" id="{6D3B51F7-1F07-5D1F-673E-0ABCEA84F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04" name="Rectangle 148">
              <a:extLst>
                <a:ext uri="{FF2B5EF4-FFF2-40B4-BE49-F238E27FC236}">
                  <a16:creationId xmlns:a16="http://schemas.microsoft.com/office/drawing/2014/main" id="{3F46325C-A700-3177-0FF9-03EC41BF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05" name="Group 146">
            <a:extLst>
              <a:ext uri="{FF2B5EF4-FFF2-40B4-BE49-F238E27FC236}">
                <a16:creationId xmlns:a16="http://schemas.microsoft.com/office/drawing/2014/main" id="{B0192FD8-6888-7CB9-3C52-334327049EBE}"/>
              </a:ext>
            </a:extLst>
          </p:cNvPr>
          <p:cNvGrpSpPr>
            <a:grpSpLocks/>
          </p:cNvGrpSpPr>
          <p:nvPr/>
        </p:nvGrpSpPr>
        <p:grpSpPr bwMode="auto">
          <a:xfrm>
            <a:off x="6340697" y="5584711"/>
            <a:ext cx="331036" cy="275863"/>
            <a:chOff x="144" y="3264"/>
            <a:chExt cx="288" cy="240"/>
          </a:xfrm>
        </p:grpSpPr>
        <p:sp>
          <p:nvSpPr>
            <p:cNvPr id="1006" name="Rectangle 147">
              <a:extLst>
                <a:ext uri="{FF2B5EF4-FFF2-40B4-BE49-F238E27FC236}">
                  <a16:creationId xmlns:a16="http://schemas.microsoft.com/office/drawing/2014/main" id="{FBB4E164-8CEF-D1BF-324B-8032E97AC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07" name="Rectangle 148">
              <a:extLst>
                <a:ext uri="{FF2B5EF4-FFF2-40B4-BE49-F238E27FC236}">
                  <a16:creationId xmlns:a16="http://schemas.microsoft.com/office/drawing/2014/main" id="{0EB63282-50B8-8B30-611F-88928B30E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08" name="Group 146">
            <a:extLst>
              <a:ext uri="{FF2B5EF4-FFF2-40B4-BE49-F238E27FC236}">
                <a16:creationId xmlns:a16="http://schemas.microsoft.com/office/drawing/2014/main" id="{F2C58062-0E7D-0389-9973-EF969D592BE6}"/>
              </a:ext>
            </a:extLst>
          </p:cNvPr>
          <p:cNvGrpSpPr>
            <a:grpSpLocks/>
          </p:cNvGrpSpPr>
          <p:nvPr/>
        </p:nvGrpSpPr>
        <p:grpSpPr bwMode="auto">
          <a:xfrm>
            <a:off x="5960533" y="5915523"/>
            <a:ext cx="331036" cy="275863"/>
            <a:chOff x="144" y="3264"/>
            <a:chExt cx="288" cy="240"/>
          </a:xfrm>
        </p:grpSpPr>
        <p:sp>
          <p:nvSpPr>
            <p:cNvPr id="1009" name="Rectangle 147">
              <a:extLst>
                <a:ext uri="{FF2B5EF4-FFF2-40B4-BE49-F238E27FC236}">
                  <a16:creationId xmlns:a16="http://schemas.microsoft.com/office/drawing/2014/main" id="{FF120859-E6A0-44BB-D969-9703CE872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0" name="Rectangle 148">
              <a:extLst>
                <a:ext uri="{FF2B5EF4-FFF2-40B4-BE49-F238E27FC236}">
                  <a16:creationId xmlns:a16="http://schemas.microsoft.com/office/drawing/2014/main" id="{2C6FF9EF-4C55-33C4-12B8-3D37895B0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13" name="Group 146">
            <a:extLst>
              <a:ext uri="{FF2B5EF4-FFF2-40B4-BE49-F238E27FC236}">
                <a16:creationId xmlns:a16="http://schemas.microsoft.com/office/drawing/2014/main" id="{B19A0120-A773-0460-B23F-9F7F09B2BD95}"/>
              </a:ext>
            </a:extLst>
          </p:cNvPr>
          <p:cNvGrpSpPr>
            <a:grpSpLocks/>
          </p:cNvGrpSpPr>
          <p:nvPr/>
        </p:nvGrpSpPr>
        <p:grpSpPr bwMode="auto">
          <a:xfrm>
            <a:off x="2774259" y="4152670"/>
            <a:ext cx="331036" cy="275863"/>
            <a:chOff x="144" y="3264"/>
            <a:chExt cx="288" cy="240"/>
          </a:xfrm>
        </p:grpSpPr>
        <p:sp>
          <p:nvSpPr>
            <p:cNvPr id="1014" name="Rectangle 147">
              <a:extLst>
                <a:ext uri="{FF2B5EF4-FFF2-40B4-BE49-F238E27FC236}">
                  <a16:creationId xmlns:a16="http://schemas.microsoft.com/office/drawing/2014/main" id="{5F24AC99-EEBD-5F6A-64A1-9519C19A3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5" name="Rectangle 148">
              <a:extLst>
                <a:ext uri="{FF2B5EF4-FFF2-40B4-BE49-F238E27FC236}">
                  <a16:creationId xmlns:a16="http://schemas.microsoft.com/office/drawing/2014/main" id="{EE0DA6D5-BB1A-35EA-CFC0-9A8B228A5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19" name="Group 146">
            <a:extLst>
              <a:ext uri="{FF2B5EF4-FFF2-40B4-BE49-F238E27FC236}">
                <a16:creationId xmlns:a16="http://schemas.microsoft.com/office/drawing/2014/main" id="{B37D2B9A-D057-95F9-1EE3-4E0E21B319D7}"/>
              </a:ext>
            </a:extLst>
          </p:cNvPr>
          <p:cNvGrpSpPr>
            <a:grpSpLocks/>
          </p:cNvGrpSpPr>
          <p:nvPr/>
        </p:nvGrpSpPr>
        <p:grpSpPr bwMode="auto">
          <a:xfrm>
            <a:off x="5094612" y="5912913"/>
            <a:ext cx="331036" cy="275863"/>
            <a:chOff x="144" y="3264"/>
            <a:chExt cx="288" cy="240"/>
          </a:xfrm>
        </p:grpSpPr>
        <p:sp>
          <p:nvSpPr>
            <p:cNvPr id="1020" name="Rectangle 147">
              <a:extLst>
                <a:ext uri="{FF2B5EF4-FFF2-40B4-BE49-F238E27FC236}">
                  <a16:creationId xmlns:a16="http://schemas.microsoft.com/office/drawing/2014/main" id="{0D6DE1AF-DAEF-C430-8589-9D22EE6AE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21" name="Rectangle 148">
              <a:extLst>
                <a:ext uri="{FF2B5EF4-FFF2-40B4-BE49-F238E27FC236}">
                  <a16:creationId xmlns:a16="http://schemas.microsoft.com/office/drawing/2014/main" id="{EA98494E-2289-A16C-5D10-62789CC1B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24" name="Group 146">
            <a:extLst>
              <a:ext uri="{FF2B5EF4-FFF2-40B4-BE49-F238E27FC236}">
                <a16:creationId xmlns:a16="http://schemas.microsoft.com/office/drawing/2014/main" id="{E62B091E-0CCC-927D-AB04-AE554CA97121}"/>
              </a:ext>
            </a:extLst>
          </p:cNvPr>
          <p:cNvGrpSpPr>
            <a:grpSpLocks/>
          </p:cNvGrpSpPr>
          <p:nvPr/>
        </p:nvGrpSpPr>
        <p:grpSpPr bwMode="auto">
          <a:xfrm>
            <a:off x="2002329" y="4587236"/>
            <a:ext cx="331036" cy="275863"/>
            <a:chOff x="144" y="3264"/>
            <a:chExt cx="288" cy="240"/>
          </a:xfrm>
        </p:grpSpPr>
        <p:sp>
          <p:nvSpPr>
            <p:cNvPr id="1025" name="Rectangle 147">
              <a:extLst>
                <a:ext uri="{FF2B5EF4-FFF2-40B4-BE49-F238E27FC236}">
                  <a16:creationId xmlns:a16="http://schemas.microsoft.com/office/drawing/2014/main" id="{9CC114DF-3605-11A2-E8BD-1D6AD056B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26" name="Rectangle 148">
              <a:extLst>
                <a:ext uri="{FF2B5EF4-FFF2-40B4-BE49-F238E27FC236}">
                  <a16:creationId xmlns:a16="http://schemas.microsoft.com/office/drawing/2014/main" id="{8522B69E-0D58-09EF-B0DE-B82FFD632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28" name="Group 146">
            <a:extLst>
              <a:ext uri="{FF2B5EF4-FFF2-40B4-BE49-F238E27FC236}">
                <a16:creationId xmlns:a16="http://schemas.microsoft.com/office/drawing/2014/main" id="{0074EC97-28FF-15F4-78AC-937610C124ED}"/>
              </a:ext>
            </a:extLst>
          </p:cNvPr>
          <p:cNvGrpSpPr>
            <a:grpSpLocks/>
          </p:cNvGrpSpPr>
          <p:nvPr/>
        </p:nvGrpSpPr>
        <p:grpSpPr bwMode="auto">
          <a:xfrm>
            <a:off x="1574275" y="5171394"/>
            <a:ext cx="331036" cy="275863"/>
            <a:chOff x="144" y="3264"/>
            <a:chExt cx="288" cy="240"/>
          </a:xfrm>
        </p:grpSpPr>
        <p:sp>
          <p:nvSpPr>
            <p:cNvPr id="1029" name="Rectangle 147">
              <a:extLst>
                <a:ext uri="{FF2B5EF4-FFF2-40B4-BE49-F238E27FC236}">
                  <a16:creationId xmlns:a16="http://schemas.microsoft.com/office/drawing/2014/main" id="{B8C3244E-1B67-AA0C-A851-1375B2A92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30" name="Rectangle 148">
              <a:extLst>
                <a:ext uri="{FF2B5EF4-FFF2-40B4-BE49-F238E27FC236}">
                  <a16:creationId xmlns:a16="http://schemas.microsoft.com/office/drawing/2014/main" id="{51EDD2D8-2B62-4D8A-E87F-F0583737E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31" name="Group 146">
            <a:extLst>
              <a:ext uri="{FF2B5EF4-FFF2-40B4-BE49-F238E27FC236}">
                <a16:creationId xmlns:a16="http://schemas.microsoft.com/office/drawing/2014/main" id="{833133FF-A798-D8A2-96B3-80B2361A2623}"/>
              </a:ext>
            </a:extLst>
          </p:cNvPr>
          <p:cNvGrpSpPr>
            <a:grpSpLocks/>
          </p:cNvGrpSpPr>
          <p:nvPr/>
        </p:nvGrpSpPr>
        <p:grpSpPr bwMode="auto">
          <a:xfrm>
            <a:off x="1748021" y="5810666"/>
            <a:ext cx="331036" cy="275863"/>
            <a:chOff x="144" y="3264"/>
            <a:chExt cx="288" cy="240"/>
          </a:xfrm>
        </p:grpSpPr>
        <p:sp>
          <p:nvSpPr>
            <p:cNvPr id="1032" name="Rectangle 147">
              <a:extLst>
                <a:ext uri="{FF2B5EF4-FFF2-40B4-BE49-F238E27FC236}">
                  <a16:creationId xmlns:a16="http://schemas.microsoft.com/office/drawing/2014/main" id="{B17A1D61-1E3E-E238-47C7-C11375CF3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33" name="Rectangle 148">
              <a:extLst>
                <a:ext uri="{FF2B5EF4-FFF2-40B4-BE49-F238E27FC236}">
                  <a16:creationId xmlns:a16="http://schemas.microsoft.com/office/drawing/2014/main" id="{9F8ED1B5-F803-B94E-E410-3F233FD4B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39" name="Group 146">
            <a:extLst>
              <a:ext uri="{FF2B5EF4-FFF2-40B4-BE49-F238E27FC236}">
                <a16:creationId xmlns:a16="http://schemas.microsoft.com/office/drawing/2014/main" id="{206028DD-D77C-9FF9-4CBF-66F6620F1290}"/>
              </a:ext>
            </a:extLst>
          </p:cNvPr>
          <p:cNvGrpSpPr>
            <a:grpSpLocks/>
          </p:cNvGrpSpPr>
          <p:nvPr/>
        </p:nvGrpSpPr>
        <p:grpSpPr bwMode="auto">
          <a:xfrm>
            <a:off x="9724391" y="1798849"/>
            <a:ext cx="331036" cy="275863"/>
            <a:chOff x="144" y="3264"/>
            <a:chExt cx="288" cy="240"/>
          </a:xfrm>
        </p:grpSpPr>
        <p:sp>
          <p:nvSpPr>
            <p:cNvPr id="1040" name="Rectangle 147">
              <a:extLst>
                <a:ext uri="{FF2B5EF4-FFF2-40B4-BE49-F238E27FC236}">
                  <a16:creationId xmlns:a16="http://schemas.microsoft.com/office/drawing/2014/main" id="{E59DF5AD-9114-BA67-BA85-3ED2F6B62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41" name="Rectangle 148">
              <a:extLst>
                <a:ext uri="{FF2B5EF4-FFF2-40B4-BE49-F238E27FC236}">
                  <a16:creationId xmlns:a16="http://schemas.microsoft.com/office/drawing/2014/main" id="{4F3340F2-EED8-5792-E804-7AFC06D5C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42" name="Group 146">
            <a:extLst>
              <a:ext uri="{FF2B5EF4-FFF2-40B4-BE49-F238E27FC236}">
                <a16:creationId xmlns:a16="http://schemas.microsoft.com/office/drawing/2014/main" id="{DA7A45A3-698B-06A7-57F6-57F300E50531}"/>
              </a:ext>
            </a:extLst>
          </p:cNvPr>
          <p:cNvGrpSpPr>
            <a:grpSpLocks/>
          </p:cNvGrpSpPr>
          <p:nvPr/>
        </p:nvGrpSpPr>
        <p:grpSpPr bwMode="auto">
          <a:xfrm>
            <a:off x="10492792" y="1378938"/>
            <a:ext cx="331036" cy="275863"/>
            <a:chOff x="144" y="3264"/>
            <a:chExt cx="288" cy="240"/>
          </a:xfrm>
        </p:grpSpPr>
        <p:sp>
          <p:nvSpPr>
            <p:cNvPr id="1043" name="Rectangle 147">
              <a:extLst>
                <a:ext uri="{FF2B5EF4-FFF2-40B4-BE49-F238E27FC236}">
                  <a16:creationId xmlns:a16="http://schemas.microsoft.com/office/drawing/2014/main" id="{CF6C8DB8-D826-D672-9386-C5F2A1A80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44" name="Rectangle 148">
              <a:extLst>
                <a:ext uri="{FF2B5EF4-FFF2-40B4-BE49-F238E27FC236}">
                  <a16:creationId xmlns:a16="http://schemas.microsoft.com/office/drawing/2014/main" id="{0D3FA826-FCF6-38D0-D83F-50D7409DC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CC599294-14D9-FC83-08DE-C5BB533626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6018" y="797981"/>
            <a:ext cx="2154079" cy="2377103"/>
            <a:chOff x="2688" y="2433"/>
            <a:chExt cx="1867" cy="1279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29992DE-95D8-AECF-B9D8-7D0FA9B590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6" name="Oval 4">
              <a:extLst>
                <a:ext uri="{FF2B5EF4-FFF2-40B4-BE49-F238E27FC236}">
                  <a16:creationId xmlns:a16="http://schemas.microsoft.com/office/drawing/2014/main" id="{C9C22992-8829-6D77-662C-4C8B6D28C6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7" name="Oval 5">
              <a:extLst>
                <a:ext uri="{FF2B5EF4-FFF2-40B4-BE49-F238E27FC236}">
                  <a16:creationId xmlns:a16="http://schemas.microsoft.com/office/drawing/2014/main" id="{1E7AB74F-2487-0D2C-E010-A6F9763248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8" name="Oval 6">
              <a:extLst>
                <a:ext uri="{FF2B5EF4-FFF2-40B4-BE49-F238E27FC236}">
                  <a16:creationId xmlns:a16="http://schemas.microsoft.com/office/drawing/2014/main" id="{1962AF7F-607C-7D41-6ACD-C20BA6C860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9" name="Oval 7">
              <a:extLst>
                <a:ext uri="{FF2B5EF4-FFF2-40B4-BE49-F238E27FC236}">
                  <a16:creationId xmlns:a16="http://schemas.microsoft.com/office/drawing/2014/main" id="{E935CDA9-625D-30FE-00B7-D38A233203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0" name="Oval 8">
              <a:extLst>
                <a:ext uri="{FF2B5EF4-FFF2-40B4-BE49-F238E27FC236}">
                  <a16:creationId xmlns:a16="http://schemas.microsoft.com/office/drawing/2014/main" id="{0277F74B-308E-DF28-126D-7587254CFA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1" name="Oval 9">
              <a:extLst>
                <a:ext uri="{FF2B5EF4-FFF2-40B4-BE49-F238E27FC236}">
                  <a16:creationId xmlns:a16="http://schemas.microsoft.com/office/drawing/2014/main" id="{814F9EE9-973C-EAF4-4053-DBB1810DDE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2" name="Oval 10">
              <a:extLst>
                <a:ext uri="{FF2B5EF4-FFF2-40B4-BE49-F238E27FC236}">
                  <a16:creationId xmlns:a16="http://schemas.microsoft.com/office/drawing/2014/main" id="{2E783FF8-B9AC-855E-EC88-2ACE118C10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3" name="Oval 11">
              <a:extLst>
                <a:ext uri="{FF2B5EF4-FFF2-40B4-BE49-F238E27FC236}">
                  <a16:creationId xmlns:a16="http://schemas.microsoft.com/office/drawing/2014/main" id="{5BC0870D-473E-B8E4-B59A-3A99D5940A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74" name="Group 199">
            <a:extLst>
              <a:ext uri="{FF2B5EF4-FFF2-40B4-BE49-F238E27FC236}">
                <a16:creationId xmlns:a16="http://schemas.microsoft.com/office/drawing/2014/main" id="{A8FBC9C0-45C9-A7B3-5432-DB68CE1AB4A5}"/>
              </a:ext>
            </a:extLst>
          </p:cNvPr>
          <p:cNvGrpSpPr>
            <a:grpSpLocks/>
          </p:cNvGrpSpPr>
          <p:nvPr/>
        </p:nvGrpSpPr>
        <p:grpSpPr bwMode="auto">
          <a:xfrm>
            <a:off x="1637691" y="1012929"/>
            <a:ext cx="812283" cy="628772"/>
            <a:chOff x="4408" y="1052"/>
            <a:chExt cx="1173" cy="908"/>
          </a:xfrm>
        </p:grpSpPr>
        <p:sp>
          <p:nvSpPr>
            <p:cNvPr id="1075" name="Text Box 169">
              <a:extLst>
                <a:ext uri="{FF2B5EF4-FFF2-40B4-BE49-F238E27FC236}">
                  <a16:creationId xmlns:a16="http://schemas.microsoft.com/office/drawing/2014/main" id="{89CACF2C-3E84-A109-7516-9ACDB21C1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601"/>
              <a:ext cx="117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dns1</a:t>
              </a:r>
              <a:endParaRPr lang="en-US" altLang="it-IT" sz="900" b="1" dirty="0"/>
            </a:p>
          </p:txBody>
        </p:sp>
        <p:grpSp>
          <p:nvGrpSpPr>
            <p:cNvPr id="1076" name="Group 1075">
              <a:extLst>
                <a:ext uri="{FF2B5EF4-FFF2-40B4-BE49-F238E27FC236}">
                  <a16:creationId xmlns:a16="http://schemas.microsoft.com/office/drawing/2014/main" id="{78BC9A1A-2B8A-2398-743B-5ED8D2D44D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5" y="1052"/>
              <a:ext cx="618" cy="572"/>
              <a:chOff x="4705" y="893"/>
              <a:chExt cx="618" cy="572"/>
            </a:xfrm>
          </p:grpSpPr>
          <p:sp>
            <p:nvSpPr>
              <p:cNvPr id="1077" name="AutoShape 171">
                <a:extLst>
                  <a:ext uri="{FF2B5EF4-FFF2-40B4-BE49-F238E27FC236}">
                    <a16:creationId xmlns:a16="http://schemas.microsoft.com/office/drawing/2014/main" id="{A1D76C69-9A3F-679F-26C6-32C9AF19E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5" y="893"/>
                <a:ext cx="618" cy="572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78" name="mainfrm">
                <a:extLst>
                  <a:ext uri="{FF2B5EF4-FFF2-40B4-BE49-F238E27FC236}">
                    <a16:creationId xmlns:a16="http://schemas.microsoft.com/office/drawing/2014/main" id="{5253EEBD-AAE3-9421-B4E9-ACD3F28E500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4705" y="981"/>
                <a:ext cx="530" cy="4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79" name="WordArt 173">
                <a:extLst>
                  <a:ext uri="{FF2B5EF4-FFF2-40B4-BE49-F238E27FC236}">
                    <a16:creationId xmlns:a16="http://schemas.microsoft.com/office/drawing/2014/main" id="{EFEE58A1-0ABA-4F60-B8F2-33FBE06895D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742" y="1031"/>
                <a:ext cx="454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GB" sz="3600" kern="10" dirty="0">
                    <a:ln w="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DNS</a:t>
                </a:r>
              </a:p>
            </p:txBody>
          </p:sp>
        </p:grpSp>
      </p:grp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8323427C-CC33-753C-C466-D2C34FD0E8DA}"/>
              </a:ext>
            </a:extLst>
          </p:cNvPr>
          <p:cNvCxnSpPr>
            <a:cxnSpLocks/>
          </p:cNvCxnSpPr>
          <p:nvPr/>
        </p:nvCxnSpPr>
        <p:spPr>
          <a:xfrm>
            <a:off x="2032000" y="2675467"/>
            <a:ext cx="1235075" cy="13250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D0EE77A-10A6-9A54-7516-B5BFE4E89108}"/>
              </a:ext>
            </a:extLst>
          </p:cNvPr>
          <p:cNvGrpSpPr/>
          <p:nvPr/>
        </p:nvGrpSpPr>
        <p:grpSpPr>
          <a:xfrm>
            <a:off x="2987211" y="3851810"/>
            <a:ext cx="525968" cy="300901"/>
            <a:chOff x="967835" y="2541918"/>
            <a:chExt cx="1426054" cy="463051"/>
          </a:xfrm>
        </p:grpSpPr>
        <p:grpSp>
          <p:nvGrpSpPr>
            <p:cNvPr id="146" name="Group 93">
              <a:extLst>
                <a:ext uri="{FF2B5EF4-FFF2-40B4-BE49-F238E27FC236}">
                  <a16:creationId xmlns:a16="http://schemas.microsoft.com/office/drawing/2014/main" id="{754F33FA-0195-9569-3815-1762F3EAA6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48" name="Group 94">
                <a:extLst>
                  <a:ext uri="{FF2B5EF4-FFF2-40B4-BE49-F238E27FC236}">
                    <a16:creationId xmlns:a16="http://schemas.microsoft.com/office/drawing/2014/main" id="{33B3B646-7C4C-0D00-8531-6E6832CEFE9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50" name="AutoShape 95">
                  <a:extLst>
                    <a:ext uri="{FF2B5EF4-FFF2-40B4-BE49-F238E27FC236}">
                      <a16:creationId xmlns:a16="http://schemas.microsoft.com/office/drawing/2014/main" id="{E5174550-7C6C-7E09-D218-33860CC5AE6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51" name="Group 96">
                  <a:extLst>
                    <a:ext uri="{FF2B5EF4-FFF2-40B4-BE49-F238E27FC236}">
                      <a16:creationId xmlns:a16="http://schemas.microsoft.com/office/drawing/2014/main" id="{7410F3EB-5B0E-B2EF-D51E-D027874211E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52" name="Group 97">
                    <a:extLst>
                      <a:ext uri="{FF2B5EF4-FFF2-40B4-BE49-F238E27FC236}">
                        <a16:creationId xmlns:a16="http://schemas.microsoft.com/office/drawing/2014/main" id="{13134791-0AB7-76DE-944A-4EBB5788F1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62" name="Freeform 98">
                      <a:extLst>
                        <a:ext uri="{FF2B5EF4-FFF2-40B4-BE49-F238E27FC236}">
                          <a16:creationId xmlns:a16="http://schemas.microsoft.com/office/drawing/2014/main" id="{47A9E64E-4A35-3CC6-FFD4-AF9D2DF956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3" name="Freeform 99">
                      <a:extLst>
                        <a:ext uri="{FF2B5EF4-FFF2-40B4-BE49-F238E27FC236}">
                          <a16:creationId xmlns:a16="http://schemas.microsoft.com/office/drawing/2014/main" id="{168A5E72-3D5D-1D68-6EF0-A42A1CBDFE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4" name="Freeform 100">
                      <a:extLst>
                        <a:ext uri="{FF2B5EF4-FFF2-40B4-BE49-F238E27FC236}">
                          <a16:creationId xmlns:a16="http://schemas.microsoft.com/office/drawing/2014/main" id="{C39C95A9-5293-EE2C-E6E2-026F7225FE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5" name="Freeform 101">
                      <a:extLst>
                        <a:ext uri="{FF2B5EF4-FFF2-40B4-BE49-F238E27FC236}">
                          <a16:creationId xmlns:a16="http://schemas.microsoft.com/office/drawing/2014/main" id="{B6BCA211-0D20-C49F-33E5-52CA209743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6" name="Freeform 102">
                      <a:extLst>
                        <a:ext uri="{FF2B5EF4-FFF2-40B4-BE49-F238E27FC236}">
                          <a16:creationId xmlns:a16="http://schemas.microsoft.com/office/drawing/2014/main" id="{2FE8B015-E1F7-9C54-81C5-0C633F754B6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7" name="Freeform 103">
                      <a:extLst>
                        <a:ext uri="{FF2B5EF4-FFF2-40B4-BE49-F238E27FC236}">
                          <a16:creationId xmlns:a16="http://schemas.microsoft.com/office/drawing/2014/main" id="{B2CEE294-4E49-51EC-0FFB-FA2033A371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8" name="Freeform 104">
                      <a:extLst>
                        <a:ext uri="{FF2B5EF4-FFF2-40B4-BE49-F238E27FC236}">
                          <a16:creationId xmlns:a16="http://schemas.microsoft.com/office/drawing/2014/main" id="{B71DEAAD-29A7-B273-46AF-2FA013E576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9" name="Freeform 105">
                      <a:extLst>
                        <a:ext uri="{FF2B5EF4-FFF2-40B4-BE49-F238E27FC236}">
                          <a16:creationId xmlns:a16="http://schemas.microsoft.com/office/drawing/2014/main" id="{36A14A68-0F9F-A542-A2F7-8A110DF01A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53" name="Group 106">
                    <a:extLst>
                      <a:ext uri="{FF2B5EF4-FFF2-40B4-BE49-F238E27FC236}">
                        <a16:creationId xmlns:a16="http://schemas.microsoft.com/office/drawing/2014/main" id="{6680D01C-8A57-5AEF-E0C4-DE73B5EAF83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54" name="Freeform 107">
                      <a:extLst>
                        <a:ext uri="{FF2B5EF4-FFF2-40B4-BE49-F238E27FC236}">
                          <a16:creationId xmlns:a16="http://schemas.microsoft.com/office/drawing/2014/main" id="{EC92FD2C-A504-35B8-E54E-9C7B930FF8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5" name="Freeform 108">
                      <a:extLst>
                        <a:ext uri="{FF2B5EF4-FFF2-40B4-BE49-F238E27FC236}">
                          <a16:creationId xmlns:a16="http://schemas.microsoft.com/office/drawing/2014/main" id="{8FE55600-B80B-6046-77E5-3CBF3059F8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6" name="Freeform 109">
                      <a:extLst>
                        <a:ext uri="{FF2B5EF4-FFF2-40B4-BE49-F238E27FC236}">
                          <a16:creationId xmlns:a16="http://schemas.microsoft.com/office/drawing/2014/main" id="{0C988C26-1A4E-53AE-9DE9-498E85CEAC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7" name="Freeform 110">
                      <a:extLst>
                        <a:ext uri="{FF2B5EF4-FFF2-40B4-BE49-F238E27FC236}">
                          <a16:creationId xmlns:a16="http://schemas.microsoft.com/office/drawing/2014/main" id="{EB30E848-260C-3AD6-B8D5-F5C8B1E012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8" name="Freeform 111">
                      <a:extLst>
                        <a:ext uri="{FF2B5EF4-FFF2-40B4-BE49-F238E27FC236}">
                          <a16:creationId xmlns:a16="http://schemas.microsoft.com/office/drawing/2014/main" id="{FA2ADBF7-D3E8-614C-A0D4-7D9887FFAE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9" name="Freeform 112">
                      <a:extLst>
                        <a:ext uri="{FF2B5EF4-FFF2-40B4-BE49-F238E27FC236}">
                          <a16:creationId xmlns:a16="http://schemas.microsoft.com/office/drawing/2014/main" id="{8468D368-48A9-572B-4855-5993341944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0" name="Freeform 113">
                      <a:extLst>
                        <a:ext uri="{FF2B5EF4-FFF2-40B4-BE49-F238E27FC236}">
                          <a16:creationId xmlns:a16="http://schemas.microsoft.com/office/drawing/2014/main" id="{BCF9CDE6-F854-5F33-B4FD-A3C56D87F3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1" name="Freeform 114">
                      <a:extLst>
                        <a:ext uri="{FF2B5EF4-FFF2-40B4-BE49-F238E27FC236}">
                          <a16:creationId xmlns:a16="http://schemas.microsoft.com/office/drawing/2014/main" id="{6230E978-0519-48EC-B635-613B0B5828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49" name="WordArt 115">
                <a:extLst>
                  <a:ext uri="{FF2B5EF4-FFF2-40B4-BE49-F238E27FC236}">
                    <a16:creationId xmlns:a16="http://schemas.microsoft.com/office/drawing/2014/main" id="{EC89386D-4EDB-0753-D604-DCEB42944FC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47" name="WordArt 68">
              <a:extLst>
                <a:ext uri="{FF2B5EF4-FFF2-40B4-BE49-F238E27FC236}">
                  <a16:creationId xmlns:a16="http://schemas.microsoft.com/office/drawing/2014/main" id="{EFC2D466-DF10-421F-CDE3-BDC88A35CC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as20r1</a:t>
              </a:r>
            </a:p>
          </p:txBody>
        </p:sp>
      </p:grpSp>
      <p:grpSp>
        <p:nvGrpSpPr>
          <p:cNvPr id="1016" name="Group 146">
            <a:extLst>
              <a:ext uri="{FF2B5EF4-FFF2-40B4-BE49-F238E27FC236}">
                <a16:creationId xmlns:a16="http://schemas.microsoft.com/office/drawing/2014/main" id="{CCEDDFCF-20BF-3200-CC80-82AFE24FD364}"/>
              </a:ext>
            </a:extLst>
          </p:cNvPr>
          <p:cNvGrpSpPr>
            <a:grpSpLocks/>
          </p:cNvGrpSpPr>
          <p:nvPr/>
        </p:nvGrpSpPr>
        <p:grpSpPr bwMode="auto">
          <a:xfrm>
            <a:off x="2173013" y="2961375"/>
            <a:ext cx="331036" cy="275863"/>
            <a:chOff x="144" y="3264"/>
            <a:chExt cx="288" cy="240"/>
          </a:xfrm>
        </p:grpSpPr>
        <p:sp>
          <p:nvSpPr>
            <p:cNvPr id="1017" name="Rectangle 147">
              <a:extLst>
                <a:ext uri="{FF2B5EF4-FFF2-40B4-BE49-F238E27FC236}">
                  <a16:creationId xmlns:a16="http://schemas.microsoft.com/office/drawing/2014/main" id="{9BA2EEB7-A046-1CD6-3E44-EA79FE9AA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8" name="Rectangle 148">
              <a:extLst>
                <a:ext uri="{FF2B5EF4-FFF2-40B4-BE49-F238E27FC236}">
                  <a16:creationId xmlns:a16="http://schemas.microsoft.com/office/drawing/2014/main" id="{1664BB18-B206-E2F8-CF4B-D5F6599EF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870" name="Line 149">
            <a:extLst>
              <a:ext uri="{FF2B5EF4-FFF2-40B4-BE49-F238E27FC236}">
                <a16:creationId xmlns:a16="http://schemas.microsoft.com/office/drawing/2014/main" id="{DCD9FB5B-85DE-336F-BE87-6A47D24304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080" y="852130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74" name="Text Box 153">
            <a:extLst>
              <a:ext uri="{FF2B5EF4-FFF2-40B4-BE49-F238E27FC236}">
                <a16:creationId xmlns:a16="http://schemas.microsoft.com/office/drawing/2014/main" id="{7026775B-3812-F60E-3B9D-A61AE2320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346" y="636836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8.8.8.8/32</a:t>
            </a:r>
          </a:p>
        </p:txBody>
      </p:sp>
      <p:grpSp>
        <p:nvGrpSpPr>
          <p:cNvPr id="977" name="Group 146">
            <a:extLst>
              <a:ext uri="{FF2B5EF4-FFF2-40B4-BE49-F238E27FC236}">
                <a16:creationId xmlns:a16="http://schemas.microsoft.com/office/drawing/2014/main" id="{813C406A-B650-FBCD-F20D-79EE7729D4E4}"/>
              </a:ext>
            </a:extLst>
          </p:cNvPr>
          <p:cNvGrpSpPr>
            <a:grpSpLocks/>
          </p:cNvGrpSpPr>
          <p:nvPr/>
        </p:nvGrpSpPr>
        <p:grpSpPr bwMode="auto">
          <a:xfrm>
            <a:off x="2876984" y="3545397"/>
            <a:ext cx="331036" cy="275863"/>
            <a:chOff x="144" y="3264"/>
            <a:chExt cx="288" cy="240"/>
          </a:xfrm>
        </p:grpSpPr>
        <p:sp>
          <p:nvSpPr>
            <p:cNvPr id="978" name="Rectangle 147">
              <a:extLst>
                <a:ext uri="{FF2B5EF4-FFF2-40B4-BE49-F238E27FC236}">
                  <a16:creationId xmlns:a16="http://schemas.microsoft.com/office/drawing/2014/main" id="{CE5845DF-2BC1-FC3F-7C00-850855587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79" name="Rectangle 148">
              <a:extLst>
                <a:ext uri="{FF2B5EF4-FFF2-40B4-BE49-F238E27FC236}">
                  <a16:creationId xmlns:a16="http://schemas.microsoft.com/office/drawing/2014/main" id="{88B1B145-96F1-3D95-CDB8-64FC7FA9E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156" name="Line 149">
            <a:extLst>
              <a:ext uri="{FF2B5EF4-FFF2-40B4-BE49-F238E27FC236}">
                <a16:creationId xmlns:a16="http://schemas.microsoft.com/office/drawing/2014/main" id="{E6EE4FA6-E5D8-E0A3-6D66-32459EB028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1689" y="3408693"/>
            <a:ext cx="738338" cy="12792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57" name="Text Box 153">
            <a:extLst>
              <a:ext uri="{FF2B5EF4-FFF2-40B4-BE49-F238E27FC236}">
                <a16:creationId xmlns:a16="http://schemas.microsoft.com/office/drawing/2014/main" id="{57EB2051-89B5-1CCE-1B00-25BFB7F32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460" y="3400135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10.20.30.0/30</a:t>
            </a:r>
          </a:p>
        </p:txBody>
      </p:sp>
      <p:sp>
        <p:nvSpPr>
          <p:cNvPr id="1155" name="Oval 152">
            <a:extLst>
              <a:ext uri="{FF2B5EF4-FFF2-40B4-BE49-F238E27FC236}">
                <a16:creationId xmlns:a16="http://schemas.microsoft.com/office/drawing/2014/main" id="{015E2291-14B3-C5EA-E488-AAF91518D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175" y="330640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158" name="Line 149">
            <a:extLst>
              <a:ext uri="{FF2B5EF4-FFF2-40B4-BE49-F238E27FC236}">
                <a16:creationId xmlns:a16="http://schemas.microsoft.com/office/drawing/2014/main" id="{40368753-CC44-9B67-D945-26CCD1583B3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13408" y="4247753"/>
            <a:ext cx="1005986" cy="20996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59" name="Text Box 153">
            <a:extLst>
              <a:ext uri="{FF2B5EF4-FFF2-40B4-BE49-F238E27FC236}">
                <a16:creationId xmlns:a16="http://schemas.microsoft.com/office/drawing/2014/main" id="{54AD8A6D-E4A6-20D9-FA9E-2581A0AE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79" y="4111270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10.20.40.0/30</a:t>
            </a:r>
          </a:p>
        </p:txBody>
      </p:sp>
      <p:sp>
        <p:nvSpPr>
          <p:cNvPr id="1038" name="Oval 152">
            <a:extLst>
              <a:ext uri="{FF2B5EF4-FFF2-40B4-BE49-F238E27FC236}">
                <a16:creationId xmlns:a16="http://schemas.microsoft.com/office/drawing/2014/main" id="{C73B24BC-F4DB-A3A2-E2D5-EF801F76D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807" y="4328265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160" name="Line 149">
            <a:extLst>
              <a:ext uri="{FF2B5EF4-FFF2-40B4-BE49-F238E27FC236}">
                <a16:creationId xmlns:a16="http://schemas.microsoft.com/office/drawing/2014/main" id="{20E2206D-5614-7EDB-D83A-4BB9D216AA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5424" y="5639604"/>
            <a:ext cx="734373" cy="4395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1" name="Text Box 153">
            <a:extLst>
              <a:ext uri="{FF2B5EF4-FFF2-40B4-BE49-F238E27FC236}">
                <a16:creationId xmlns:a16="http://schemas.microsoft.com/office/drawing/2014/main" id="{26F2B3A3-4ECD-BD68-8428-03BC56560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20" y="5547073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4.0.0.0/24</a:t>
            </a:r>
          </a:p>
        </p:txBody>
      </p:sp>
      <p:sp>
        <p:nvSpPr>
          <p:cNvPr id="1037" name="Oval 152">
            <a:extLst>
              <a:ext uri="{FF2B5EF4-FFF2-40B4-BE49-F238E27FC236}">
                <a16:creationId xmlns:a16="http://schemas.microsoft.com/office/drawing/2014/main" id="{C561DC54-D8EA-03B3-2501-D50CF1D4C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58" y="550888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D</a:t>
            </a:r>
          </a:p>
        </p:txBody>
      </p:sp>
      <p:grpSp>
        <p:nvGrpSpPr>
          <p:cNvPr id="1162" name="Group 146">
            <a:extLst>
              <a:ext uri="{FF2B5EF4-FFF2-40B4-BE49-F238E27FC236}">
                <a16:creationId xmlns:a16="http://schemas.microsoft.com/office/drawing/2014/main" id="{371652AE-95D0-95FF-89E6-44784D7A5FCF}"/>
              </a:ext>
            </a:extLst>
          </p:cNvPr>
          <p:cNvGrpSpPr>
            <a:grpSpLocks/>
          </p:cNvGrpSpPr>
          <p:nvPr/>
        </p:nvGrpSpPr>
        <p:grpSpPr bwMode="auto">
          <a:xfrm>
            <a:off x="3341476" y="3536619"/>
            <a:ext cx="331036" cy="275863"/>
            <a:chOff x="144" y="3264"/>
            <a:chExt cx="288" cy="240"/>
          </a:xfrm>
        </p:grpSpPr>
        <p:sp>
          <p:nvSpPr>
            <p:cNvPr id="1163" name="Rectangle 147">
              <a:extLst>
                <a:ext uri="{FF2B5EF4-FFF2-40B4-BE49-F238E27FC236}">
                  <a16:creationId xmlns:a16="http://schemas.microsoft.com/office/drawing/2014/main" id="{7BEA47E3-4A70-2E6D-F5F7-D2BB71810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164" name="Rectangle 148">
              <a:extLst>
                <a:ext uri="{FF2B5EF4-FFF2-40B4-BE49-F238E27FC236}">
                  <a16:creationId xmlns:a16="http://schemas.microsoft.com/office/drawing/2014/main" id="{5AF016B0-F656-4740-5DFB-5654675B9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165" name="Line 149">
            <a:extLst>
              <a:ext uri="{FF2B5EF4-FFF2-40B4-BE49-F238E27FC236}">
                <a16:creationId xmlns:a16="http://schemas.microsoft.com/office/drawing/2014/main" id="{585A95B5-3B49-C5AF-C95C-EE0C7D856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9990" y="3283063"/>
            <a:ext cx="905761" cy="42835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6" name="Text Box 153">
            <a:extLst>
              <a:ext uri="{FF2B5EF4-FFF2-40B4-BE49-F238E27FC236}">
                <a16:creationId xmlns:a16="http://schemas.microsoft.com/office/drawing/2014/main" id="{443A726D-4B1A-483B-7D6E-C7D068A88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597" y="3574937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10.1.20.0/30</a:t>
            </a:r>
          </a:p>
        </p:txBody>
      </p:sp>
      <p:sp>
        <p:nvSpPr>
          <p:cNvPr id="973" name="Oval 152">
            <a:extLst>
              <a:ext uri="{FF2B5EF4-FFF2-40B4-BE49-F238E27FC236}">
                <a16:creationId xmlns:a16="http://schemas.microsoft.com/office/drawing/2014/main" id="{C9C01AAE-EB3C-8F62-1A02-C102696CF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367" y="313895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167" name="Line 149">
            <a:extLst>
              <a:ext uri="{FF2B5EF4-FFF2-40B4-BE49-F238E27FC236}">
                <a16:creationId xmlns:a16="http://schemas.microsoft.com/office/drawing/2014/main" id="{F385BE5C-DE3D-81D6-C539-CFEB23FA6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2714" y="4036435"/>
            <a:ext cx="626529" cy="206743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8" name="Text Box 153">
            <a:extLst>
              <a:ext uri="{FF2B5EF4-FFF2-40B4-BE49-F238E27FC236}">
                <a16:creationId xmlns:a16="http://schemas.microsoft.com/office/drawing/2014/main" id="{C1919B7E-F719-3308-3CEE-0A4CF2A3E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307" y="4073855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10.1.50.0/30</a:t>
            </a:r>
          </a:p>
        </p:txBody>
      </p:sp>
      <p:sp>
        <p:nvSpPr>
          <p:cNvPr id="1001" name="Oval 152">
            <a:extLst>
              <a:ext uri="{FF2B5EF4-FFF2-40B4-BE49-F238E27FC236}">
                <a16:creationId xmlns:a16="http://schemas.microsoft.com/office/drawing/2014/main" id="{C4EB9ADE-F6D4-71BC-EAF4-D0E1A7478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111" y="3931979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169" name="Line 149">
            <a:extLst>
              <a:ext uri="{FF2B5EF4-FFF2-40B4-BE49-F238E27FC236}">
                <a16:creationId xmlns:a16="http://schemas.microsoft.com/office/drawing/2014/main" id="{EB79ED63-7304-75F9-3461-B208145F4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9359" y="5225777"/>
            <a:ext cx="677335" cy="16679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0" name="Text Box 153">
            <a:extLst>
              <a:ext uri="{FF2B5EF4-FFF2-40B4-BE49-F238E27FC236}">
                <a16:creationId xmlns:a16="http://schemas.microsoft.com/office/drawing/2014/main" id="{6A0D38B7-B6FE-9351-3FA9-90613E7EA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03" y="5138659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10.50.60.0/30</a:t>
            </a:r>
          </a:p>
        </p:txBody>
      </p:sp>
      <p:sp>
        <p:nvSpPr>
          <p:cNvPr id="1011" name="Oval 152">
            <a:extLst>
              <a:ext uri="{FF2B5EF4-FFF2-40B4-BE49-F238E27FC236}">
                <a16:creationId xmlns:a16="http://schemas.microsoft.com/office/drawing/2014/main" id="{1469D98B-6DB6-9AAB-D51D-837CCE4FC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144" y="5265617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1171" name="Line 149">
            <a:extLst>
              <a:ext uri="{FF2B5EF4-FFF2-40B4-BE49-F238E27FC236}">
                <a16:creationId xmlns:a16="http://schemas.microsoft.com/office/drawing/2014/main" id="{7F36B111-C252-A908-8AE7-A862DBE49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4840" y="6062585"/>
            <a:ext cx="119272" cy="49761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2" name="Text Box 153">
            <a:extLst>
              <a:ext uri="{FF2B5EF4-FFF2-40B4-BE49-F238E27FC236}">
                <a16:creationId xmlns:a16="http://schemas.microsoft.com/office/drawing/2014/main" id="{4A936B3F-955D-7046-D1B8-48F6B7797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027" y="6432620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6.0.0.0/24</a:t>
            </a:r>
          </a:p>
        </p:txBody>
      </p:sp>
      <p:sp>
        <p:nvSpPr>
          <p:cNvPr id="1023" name="Oval 152">
            <a:extLst>
              <a:ext uri="{FF2B5EF4-FFF2-40B4-BE49-F238E27FC236}">
                <a16:creationId xmlns:a16="http://schemas.microsoft.com/office/drawing/2014/main" id="{744F6007-D75D-14A7-5AFD-1F321BA78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477" y="5948598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1173" name="Line 149">
            <a:extLst>
              <a:ext uri="{FF2B5EF4-FFF2-40B4-BE49-F238E27FC236}">
                <a16:creationId xmlns:a16="http://schemas.microsoft.com/office/drawing/2014/main" id="{76CC765C-2742-FD59-7403-AA78BA9E97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4818" y="2196730"/>
            <a:ext cx="416658" cy="530609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4" name="Text Box 153">
            <a:extLst>
              <a:ext uri="{FF2B5EF4-FFF2-40B4-BE49-F238E27FC236}">
                <a16:creationId xmlns:a16="http://schemas.microsoft.com/office/drawing/2014/main" id="{8CFB8192-0A27-04AB-4DED-41D781817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839" y="2036444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10.1.70.0/30</a:t>
            </a:r>
          </a:p>
        </p:txBody>
      </p:sp>
      <p:sp>
        <p:nvSpPr>
          <p:cNvPr id="934" name="Oval 152">
            <a:extLst>
              <a:ext uri="{FF2B5EF4-FFF2-40B4-BE49-F238E27FC236}">
                <a16:creationId xmlns:a16="http://schemas.microsoft.com/office/drawing/2014/main" id="{6018E5A5-90CD-0B9C-A025-A4CEDB699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05" y="258841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1175" name="Line 149">
            <a:extLst>
              <a:ext uri="{FF2B5EF4-FFF2-40B4-BE49-F238E27FC236}">
                <a16:creationId xmlns:a16="http://schemas.microsoft.com/office/drawing/2014/main" id="{86E9577A-0CF0-1FF8-82A7-93A2C1E89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3382" y="2752192"/>
            <a:ext cx="458753" cy="22069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6" name="Text Box 153">
            <a:extLst>
              <a:ext uri="{FF2B5EF4-FFF2-40B4-BE49-F238E27FC236}">
                <a16:creationId xmlns:a16="http://schemas.microsoft.com/office/drawing/2014/main" id="{C30DFC11-A817-7923-5418-FF04BA141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3028" y="2804221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10.70.90.0/30</a:t>
            </a:r>
          </a:p>
        </p:txBody>
      </p:sp>
      <p:sp>
        <p:nvSpPr>
          <p:cNvPr id="926" name="Oval 152">
            <a:extLst>
              <a:ext uri="{FF2B5EF4-FFF2-40B4-BE49-F238E27FC236}">
                <a16:creationId xmlns:a16="http://schemas.microsoft.com/office/drawing/2014/main" id="{5113EC42-8C1D-BAC1-F582-B9AA19F68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9773" y="2652893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1177" name="Line 149">
            <a:extLst>
              <a:ext uri="{FF2B5EF4-FFF2-40B4-BE49-F238E27FC236}">
                <a16:creationId xmlns:a16="http://schemas.microsoft.com/office/drawing/2014/main" id="{4DD3E14D-CC96-38CB-4E4D-B12CBDD777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34680" y="1354666"/>
            <a:ext cx="823223" cy="41451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8" name="Text Box 153">
            <a:extLst>
              <a:ext uri="{FF2B5EF4-FFF2-40B4-BE49-F238E27FC236}">
                <a16:creationId xmlns:a16="http://schemas.microsoft.com/office/drawing/2014/main" id="{ED13B24D-5A2B-A048-086B-DBBBBA54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42" y="1170187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9.0.0.0/24</a:t>
            </a:r>
          </a:p>
        </p:txBody>
      </p:sp>
      <p:sp>
        <p:nvSpPr>
          <p:cNvPr id="1046" name="Oval 152">
            <a:extLst>
              <a:ext uri="{FF2B5EF4-FFF2-40B4-BE49-F238E27FC236}">
                <a16:creationId xmlns:a16="http://schemas.microsoft.com/office/drawing/2014/main" id="{569728B4-6206-7823-5D3B-7BFE56208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840" y="1641701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 err="1">
                <a:latin typeface="Tahoma" panose="020B0604030504040204" pitchFamily="34" charset="0"/>
              </a:rPr>
              <a:t>Q</a:t>
            </a:r>
            <a:endParaRPr lang="it-IT" altLang="it-IT" sz="1200" dirty="0">
              <a:latin typeface="Tahoma" panose="020B0604030504040204" pitchFamily="34" charset="0"/>
            </a:endParaRPr>
          </a:p>
        </p:txBody>
      </p:sp>
      <p:sp>
        <p:nvSpPr>
          <p:cNvPr id="1183" name="Text Box 151">
            <a:extLst>
              <a:ext uri="{FF2B5EF4-FFF2-40B4-BE49-F238E27FC236}">
                <a16:creationId xmlns:a16="http://schemas.microsoft.com/office/drawing/2014/main" id="{63479257-7F93-6D02-37FF-66257927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0069" y="1324796"/>
            <a:ext cx="63380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185" name="Line 149">
            <a:extLst>
              <a:ext uri="{FF2B5EF4-FFF2-40B4-BE49-F238E27FC236}">
                <a16:creationId xmlns:a16="http://schemas.microsoft.com/office/drawing/2014/main" id="{79E32B00-78B2-716E-07B0-1931E1EC78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17579" y="1862392"/>
            <a:ext cx="436424" cy="25035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86" name="Text Box 153">
            <a:extLst>
              <a:ext uri="{FF2B5EF4-FFF2-40B4-BE49-F238E27FC236}">
                <a16:creationId xmlns:a16="http://schemas.microsoft.com/office/drawing/2014/main" id="{E695560B-A69E-8D99-8D19-7003813ED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627" y="1696126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10.1.1.0/30</a:t>
            </a:r>
          </a:p>
        </p:txBody>
      </p:sp>
      <p:sp>
        <p:nvSpPr>
          <p:cNvPr id="970" name="Oval 152">
            <a:extLst>
              <a:ext uri="{FF2B5EF4-FFF2-40B4-BE49-F238E27FC236}">
                <a16:creationId xmlns:a16="http://schemas.microsoft.com/office/drawing/2014/main" id="{0011CCFF-C270-C4CD-FED2-88EFBA57D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219" y="206092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1187" name="Line 149">
            <a:extLst>
              <a:ext uri="{FF2B5EF4-FFF2-40B4-BE49-F238E27FC236}">
                <a16:creationId xmlns:a16="http://schemas.microsoft.com/office/drawing/2014/main" id="{3E6F9868-AF28-4F1A-8C43-25E4C23425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33856" y="2632105"/>
            <a:ext cx="649224" cy="36797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88" name="Text Box 153">
            <a:extLst>
              <a:ext uri="{FF2B5EF4-FFF2-40B4-BE49-F238E27FC236}">
                <a16:creationId xmlns:a16="http://schemas.microsoft.com/office/drawing/2014/main" id="{7E219E2C-73AF-357C-B885-DD6EB12E2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167" y="2921168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10.1.2.0/30</a:t>
            </a:r>
          </a:p>
        </p:txBody>
      </p:sp>
      <p:sp>
        <p:nvSpPr>
          <p:cNvPr id="1189" name="Line 149">
            <a:extLst>
              <a:ext uri="{FF2B5EF4-FFF2-40B4-BE49-F238E27FC236}">
                <a16:creationId xmlns:a16="http://schemas.microsoft.com/office/drawing/2014/main" id="{A6462965-8F6F-3699-B2D0-A74BD1242C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1652" y="2570347"/>
            <a:ext cx="411294" cy="41033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90" name="Text Box 153">
            <a:extLst>
              <a:ext uri="{FF2B5EF4-FFF2-40B4-BE49-F238E27FC236}">
                <a16:creationId xmlns:a16="http://schemas.microsoft.com/office/drawing/2014/main" id="{73353B75-FD7B-C359-E79C-CE0DCA18E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406" y="2428578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10.1.3.0/30</a:t>
            </a:r>
          </a:p>
        </p:txBody>
      </p:sp>
      <p:sp>
        <p:nvSpPr>
          <p:cNvPr id="950" name="Oval 152">
            <a:extLst>
              <a:ext uri="{FF2B5EF4-FFF2-40B4-BE49-F238E27FC236}">
                <a16:creationId xmlns:a16="http://schemas.microsoft.com/office/drawing/2014/main" id="{9FE6DF3C-ED18-5389-02A7-5B0EFDC2A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267" y="2871694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957" name="Oval 152">
            <a:extLst>
              <a:ext uri="{FF2B5EF4-FFF2-40B4-BE49-F238E27FC236}">
                <a16:creationId xmlns:a16="http://schemas.microsoft.com/office/drawing/2014/main" id="{B79B9D0F-5202-3114-0529-9A46218D2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507" y="253946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D4569E-2F7B-19DC-7479-40AD4F0D371C}"/>
              </a:ext>
            </a:extLst>
          </p:cNvPr>
          <p:cNvCxnSpPr>
            <a:cxnSpLocks/>
          </p:cNvCxnSpPr>
          <p:nvPr/>
        </p:nvCxnSpPr>
        <p:spPr>
          <a:xfrm>
            <a:off x="2035460" y="1594943"/>
            <a:ext cx="69565" cy="12292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81" name="Group 146">
            <a:extLst>
              <a:ext uri="{FF2B5EF4-FFF2-40B4-BE49-F238E27FC236}">
                <a16:creationId xmlns:a16="http://schemas.microsoft.com/office/drawing/2014/main" id="{E8A575F3-92B7-1C13-E7C7-11FDBF215B37}"/>
              </a:ext>
            </a:extLst>
          </p:cNvPr>
          <p:cNvGrpSpPr>
            <a:grpSpLocks/>
          </p:cNvGrpSpPr>
          <p:nvPr/>
        </p:nvGrpSpPr>
        <p:grpSpPr bwMode="auto">
          <a:xfrm>
            <a:off x="1922548" y="2308669"/>
            <a:ext cx="331036" cy="275863"/>
            <a:chOff x="144" y="3264"/>
            <a:chExt cx="288" cy="240"/>
          </a:xfrm>
        </p:grpSpPr>
        <p:sp>
          <p:nvSpPr>
            <p:cNvPr id="1082" name="Rectangle 147">
              <a:extLst>
                <a:ext uri="{FF2B5EF4-FFF2-40B4-BE49-F238E27FC236}">
                  <a16:creationId xmlns:a16="http://schemas.microsoft.com/office/drawing/2014/main" id="{46E5EF0A-5D12-D2EC-4158-987595278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83" name="Rectangle 148">
              <a:extLst>
                <a:ext uri="{FF2B5EF4-FFF2-40B4-BE49-F238E27FC236}">
                  <a16:creationId xmlns:a16="http://schemas.microsoft.com/office/drawing/2014/main" id="{B6B993CD-FAF8-ABE6-5286-DA43A42DF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117" name="Group 146">
            <a:extLst>
              <a:ext uri="{FF2B5EF4-FFF2-40B4-BE49-F238E27FC236}">
                <a16:creationId xmlns:a16="http://schemas.microsoft.com/office/drawing/2014/main" id="{63A2AD41-B147-383C-D446-5EE28347C08D}"/>
              </a:ext>
            </a:extLst>
          </p:cNvPr>
          <p:cNvGrpSpPr>
            <a:grpSpLocks/>
          </p:cNvGrpSpPr>
          <p:nvPr/>
        </p:nvGrpSpPr>
        <p:grpSpPr bwMode="auto">
          <a:xfrm>
            <a:off x="1919522" y="1625997"/>
            <a:ext cx="331036" cy="275863"/>
            <a:chOff x="144" y="3264"/>
            <a:chExt cx="288" cy="240"/>
          </a:xfrm>
        </p:grpSpPr>
        <p:sp>
          <p:nvSpPr>
            <p:cNvPr id="1118" name="Rectangle 147">
              <a:extLst>
                <a:ext uri="{FF2B5EF4-FFF2-40B4-BE49-F238E27FC236}">
                  <a16:creationId xmlns:a16="http://schemas.microsoft.com/office/drawing/2014/main" id="{243B47E3-57D1-274D-9188-A2804D6F4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119" name="Rectangle 148">
              <a:extLst>
                <a:ext uri="{FF2B5EF4-FFF2-40B4-BE49-F238E27FC236}">
                  <a16:creationId xmlns:a16="http://schemas.microsoft.com/office/drawing/2014/main" id="{5C44AC08-8D1D-22FF-EE1D-6EF53ADAB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15" name="Line 149">
            <a:extLst>
              <a:ext uri="{FF2B5EF4-FFF2-40B4-BE49-F238E27FC236}">
                <a16:creationId xmlns:a16="http://schemas.microsoft.com/office/drawing/2014/main" id="{DA4D3F2E-47AB-E4EA-D8F0-5408140DC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438" y="2120151"/>
            <a:ext cx="996425" cy="180137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" name="Text Box 153">
            <a:extLst>
              <a:ext uri="{FF2B5EF4-FFF2-40B4-BE49-F238E27FC236}">
                <a16:creationId xmlns:a16="http://schemas.microsoft.com/office/drawing/2014/main" id="{72540897-790B-296D-4A64-61FEB7026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514" y="2093806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10.30.1.0/30</a:t>
            </a:r>
          </a:p>
        </p:txBody>
      </p:sp>
      <p:sp>
        <p:nvSpPr>
          <p:cNvPr id="17" name="Oval 152">
            <a:extLst>
              <a:ext uri="{FF2B5EF4-FFF2-40B4-BE49-F238E27FC236}">
                <a16:creationId xmlns:a16="http://schemas.microsoft.com/office/drawing/2014/main" id="{FB9D1997-2BA0-E768-964C-4BD50A89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15" y="1976040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A</a:t>
            </a:r>
          </a:p>
        </p:txBody>
      </p: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18E86A9D-62F8-B4D3-AB5A-8ACDD306146A}"/>
              </a:ext>
            </a:extLst>
          </p:cNvPr>
          <p:cNvGrpSpPr/>
          <p:nvPr/>
        </p:nvGrpSpPr>
        <p:grpSpPr>
          <a:xfrm>
            <a:off x="1829400" y="2632013"/>
            <a:ext cx="525968" cy="300901"/>
            <a:chOff x="967835" y="2541918"/>
            <a:chExt cx="1426054" cy="463051"/>
          </a:xfrm>
        </p:grpSpPr>
        <p:grpSp>
          <p:nvGrpSpPr>
            <p:cNvPr id="1092" name="Group 93">
              <a:extLst>
                <a:ext uri="{FF2B5EF4-FFF2-40B4-BE49-F238E27FC236}">
                  <a16:creationId xmlns:a16="http://schemas.microsoft.com/office/drawing/2014/main" id="{214C1236-7218-7F81-C20C-119D73AFF9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094" name="Group 94">
                <a:extLst>
                  <a:ext uri="{FF2B5EF4-FFF2-40B4-BE49-F238E27FC236}">
                    <a16:creationId xmlns:a16="http://schemas.microsoft.com/office/drawing/2014/main" id="{B2ACD3AA-6868-3EE8-1802-9584203175D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096" name="AutoShape 95">
                  <a:extLst>
                    <a:ext uri="{FF2B5EF4-FFF2-40B4-BE49-F238E27FC236}">
                      <a16:creationId xmlns:a16="http://schemas.microsoft.com/office/drawing/2014/main" id="{2C3BFBFC-2466-DC74-424C-9905308986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97" name="Group 96">
                  <a:extLst>
                    <a:ext uri="{FF2B5EF4-FFF2-40B4-BE49-F238E27FC236}">
                      <a16:creationId xmlns:a16="http://schemas.microsoft.com/office/drawing/2014/main" id="{EEF8F647-93AB-F7CE-C42D-4EE3D710152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098" name="Group 97">
                    <a:extLst>
                      <a:ext uri="{FF2B5EF4-FFF2-40B4-BE49-F238E27FC236}">
                        <a16:creationId xmlns:a16="http://schemas.microsoft.com/office/drawing/2014/main" id="{DD32F4CF-7897-007E-A971-944568A322A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108" name="Freeform 98">
                      <a:extLst>
                        <a:ext uri="{FF2B5EF4-FFF2-40B4-BE49-F238E27FC236}">
                          <a16:creationId xmlns:a16="http://schemas.microsoft.com/office/drawing/2014/main" id="{3F8BB407-BBF0-D9B1-DF1D-E0D90ED08E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9" name="Freeform 99">
                      <a:extLst>
                        <a:ext uri="{FF2B5EF4-FFF2-40B4-BE49-F238E27FC236}">
                          <a16:creationId xmlns:a16="http://schemas.microsoft.com/office/drawing/2014/main" id="{4329BAD8-2BC3-D37B-BDB0-3C82EE76AA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0" name="Freeform 100">
                      <a:extLst>
                        <a:ext uri="{FF2B5EF4-FFF2-40B4-BE49-F238E27FC236}">
                          <a16:creationId xmlns:a16="http://schemas.microsoft.com/office/drawing/2014/main" id="{50619333-F356-6D7A-4439-33FE7ED4D6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1" name="Freeform 101">
                      <a:extLst>
                        <a:ext uri="{FF2B5EF4-FFF2-40B4-BE49-F238E27FC236}">
                          <a16:creationId xmlns:a16="http://schemas.microsoft.com/office/drawing/2014/main" id="{305D00B0-49F6-F80D-4F8A-16B92E0195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2" name="Freeform 102">
                      <a:extLst>
                        <a:ext uri="{FF2B5EF4-FFF2-40B4-BE49-F238E27FC236}">
                          <a16:creationId xmlns:a16="http://schemas.microsoft.com/office/drawing/2014/main" id="{2A09F161-795F-2567-0774-62CAD25C41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3" name="Freeform 103">
                      <a:extLst>
                        <a:ext uri="{FF2B5EF4-FFF2-40B4-BE49-F238E27FC236}">
                          <a16:creationId xmlns:a16="http://schemas.microsoft.com/office/drawing/2014/main" id="{8BBA3B05-E2F8-3F2B-CD29-13D9796CC6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4" name="Freeform 104">
                      <a:extLst>
                        <a:ext uri="{FF2B5EF4-FFF2-40B4-BE49-F238E27FC236}">
                          <a16:creationId xmlns:a16="http://schemas.microsoft.com/office/drawing/2014/main" id="{91381854-3427-21A1-5C08-EF2E286032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5" name="Freeform 105">
                      <a:extLst>
                        <a:ext uri="{FF2B5EF4-FFF2-40B4-BE49-F238E27FC236}">
                          <a16:creationId xmlns:a16="http://schemas.microsoft.com/office/drawing/2014/main" id="{5A7FAC74-5D14-9050-A881-9543C0045D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099" name="Group 106">
                    <a:extLst>
                      <a:ext uri="{FF2B5EF4-FFF2-40B4-BE49-F238E27FC236}">
                        <a16:creationId xmlns:a16="http://schemas.microsoft.com/office/drawing/2014/main" id="{3448A091-82AB-9182-FF50-34646B4764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100" name="Freeform 107">
                      <a:extLst>
                        <a:ext uri="{FF2B5EF4-FFF2-40B4-BE49-F238E27FC236}">
                          <a16:creationId xmlns:a16="http://schemas.microsoft.com/office/drawing/2014/main" id="{8735A039-97A5-1735-3AF5-5A2A29F968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1" name="Freeform 108">
                      <a:extLst>
                        <a:ext uri="{FF2B5EF4-FFF2-40B4-BE49-F238E27FC236}">
                          <a16:creationId xmlns:a16="http://schemas.microsoft.com/office/drawing/2014/main" id="{B9B0AA6E-CDC0-8296-4818-66DBDFF101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2" name="Freeform 109">
                      <a:extLst>
                        <a:ext uri="{FF2B5EF4-FFF2-40B4-BE49-F238E27FC236}">
                          <a16:creationId xmlns:a16="http://schemas.microsoft.com/office/drawing/2014/main" id="{1015DC7A-DB2C-56C1-0ED3-2DC3337FC0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3" name="Freeform 110">
                      <a:extLst>
                        <a:ext uri="{FF2B5EF4-FFF2-40B4-BE49-F238E27FC236}">
                          <a16:creationId xmlns:a16="http://schemas.microsoft.com/office/drawing/2014/main" id="{1B81FC5E-815B-FE14-B86E-9827A88D80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4" name="Freeform 111">
                      <a:extLst>
                        <a:ext uri="{FF2B5EF4-FFF2-40B4-BE49-F238E27FC236}">
                          <a16:creationId xmlns:a16="http://schemas.microsoft.com/office/drawing/2014/main" id="{308E15C3-548C-AC26-BDCA-5B461C2133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5" name="Freeform 112">
                      <a:extLst>
                        <a:ext uri="{FF2B5EF4-FFF2-40B4-BE49-F238E27FC236}">
                          <a16:creationId xmlns:a16="http://schemas.microsoft.com/office/drawing/2014/main" id="{F4FC10EA-2767-3191-E9EF-7D65E337C6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6" name="Freeform 113">
                      <a:extLst>
                        <a:ext uri="{FF2B5EF4-FFF2-40B4-BE49-F238E27FC236}">
                          <a16:creationId xmlns:a16="http://schemas.microsoft.com/office/drawing/2014/main" id="{7E8C0E57-2A90-9ECC-6B29-BA4C2E7D77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7" name="Freeform 114">
                      <a:extLst>
                        <a:ext uri="{FF2B5EF4-FFF2-40B4-BE49-F238E27FC236}">
                          <a16:creationId xmlns:a16="http://schemas.microsoft.com/office/drawing/2014/main" id="{B7D26BE7-66F9-3567-DA94-65D3A86431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095" name="WordArt 115">
                <a:extLst>
                  <a:ext uri="{FF2B5EF4-FFF2-40B4-BE49-F238E27FC236}">
                    <a16:creationId xmlns:a16="http://schemas.microsoft.com/office/drawing/2014/main" id="{A8587DFE-8B3B-C674-93A5-7D7759F92D7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93" name="WordArt 68">
              <a:extLst>
                <a:ext uri="{FF2B5EF4-FFF2-40B4-BE49-F238E27FC236}">
                  <a16:creationId xmlns:a16="http://schemas.microsoft.com/office/drawing/2014/main" id="{B635A145-EED7-F6ED-2E36-8B3769C8206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as30r1</a:t>
              </a:r>
            </a:p>
          </p:txBody>
        </p:sp>
      </p:grpSp>
      <p:sp>
        <p:nvSpPr>
          <p:cNvPr id="36" name="Line 149">
            <a:extLst>
              <a:ext uri="{FF2B5EF4-FFF2-40B4-BE49-F238E27FC236}">
                <a16:creationId xmlns:a16="http://schemas.microsoft.com/office/drawing/2014/main" id="{B0531464-5107-91D9-3B8D-67F4B7616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99367" y="446410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37" name="Text Box 153">
            <a:extLst>
              <a:ext uri="{FF2B5EF4-FFF2-40B4-BE49-F238E27FC236}">
                <a16:creationId xmlns:a16="http://schemas.microsoft.com/office/drawing/2014/main" id="{1F92C0BB-E08B-32AE-D4F0-0E355A62C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2633" y="4248812"/>
            <a:ext cx="1321021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E5E5E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8.8.8.8/32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ECD672-6207-4D49-C312-47F917C81311}"/>
              </a:ext>
            </a:extLst>
          </p:cNvPr>
          <p:cNvCxnSpPr>
            <a:cxnSpLocks/>
          </p:cNvCxnSpPr>
          <p:nvPr/>
        </p:nvCxnSpPr>
        <p:spPr>
          <a:xfrm>
            <a:off x="8892852" y="3395542"/>
            <a:ext cx="189209" cy="14272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Group 146">
            <a:extLst>
              <a:ext uri="{FF2B5EF4-FFF2-40B4-BE49-F238E27FC236}">
                <a16:creationId xmlns:a16="http://schemas.microsoft.com/office/drawing/2014/main" id="{B3D5393C-908B-7313-2D1F-75DF3AFD0D7F}"/>
              </a:ext>
            </a:extLst>
          </p:cNvPr>
          <p:cNvGrpSpPr>
            <a:grpSpLocks/>
          </p:cNvGrpSpPr>
          <p:nvPr/>
        </p:nvGrpSpPr>
        <p:grpSpPr bwMode="auto">
          <a:xfrm>
            <a:off x="8847756" y="4303624"/>
            <a:ext cx="331036" cy="275863"/>
            <a:chOff x="144" y="3264"/>
            <a:chExt cx="288" cy="240"/>
          </a:xfrm>
        </p:grpSpPr>
        <p:sp>
          <p:nvSpPr>
            <p:cNvPr id="40" name="Rectangle 147">
              <a:extLst>
                <a:ext uri="{FF2B5EF4-FFF2-40B4-BE49-F238E27FC236}">
                  <a16:creationId xmlns:a16="http://schemas.microsoft.com/office/drawing/2014/main" id="{FA154908-645B-4FE1-0DE5-874F6BC9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41" name="Rectangle 148">
              <a:extLst>
                <a:ext uri="{FF2B5EF4-FFF2-40B4-BE49-F238E27FC236}">
                  <a16:creationId xmlns:a16="http://schemas.microsoft.com/office/drawing/2014/main" id="{0DA5C0EA-39E1-9EF6-C22F-F81506F0B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42" name="Line 149">
            <a:extLst>
              <a:ext uri="{FF2B5EF4-FFF2-40B4-BE49-F238E27FC236}">
                <a16:creationId xmlns:a16="http://schemas.microsoft.com/office/drawing/2014/main" id="{A773CD2D-8A21-016C-342A-CC9BEEA4C7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2051" y="4119910"/>
            <a:ext cx="973917" cy="20560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43" name="Text Box 153">
            <a:extLst>
              <a:ext uri="{FF2B5EF4-FFF2-40B4-BE49-F238E27FC236}">
                <a16:creationId xmlns:a16="http://schemas.microsoft.com/office/drawing/2014/main" id="{46AEEB22-7DDA-5618-A8B3-8065388B7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032" y="4248812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10.70.1.0/30</a:t>
            </a:r>
          </a:p>
        </p:txBody>
      </p:sp>
      <p:sp>
        <p:nvSpPr>
          <p:cNvPr id="44" name="Oval 152">
            <a:extLst>
              <a:ext uri="{FF2B5EF4-FFF2-40B4-BE49-F238E27FC236}">
                <a16:creationId xmlns:a16="http://schemas.microsoft.com/office/drawing/2014/main" id="{5F84DECE-5A18-CF21-C4C1-653985202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684" y="3990235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 err="1">
                <a:latin typeface="Tahoma" panose="020B0604030504040204" pitchFamily="34" charset="0"/>
              </a:rPr>
              <a:t>P</a:t>
            </a:r>
            <a:endParaRPr lang="it-IT" altLang="it-IT" sz="1200" dirty="0">
              <a:latin typeface="Tahoma" panose="020B0604030504040204" pitchFamily="34" charset="0"/>
            </a:endParaRP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FF737D3B-06B2-6250-1139-973B88354D16}"/>
              </a:ext>
            </a:extLst>
          </p:cNvPr>
          <p:cNvGrpSpPr/>
          <p:nvPr/>
        </p:nvGrpSpPr>
        <p:grpSpPr>
          <a:xfrm>
            <a:off x="8610873" y="3238157"/>
            <a:ext cx="525968" cy="300901"/>
            <a:chOff x="967835" y="2541918"/>
            <a:chExt cx="1426054" cy="463051"/>
          </a:xfrm>
        </p:grpSpPr>
        <p:grpSp>
          <p:nvGrpSpPr>
            <p:cNvPr id="461" name="Group 93">
              <a:extLst>
                <a:ext uri="{FF2B5EF4-FFF2-40B4-BE49-F238E27FC236}">
                  <a16:creationId xmlns:a16="http://schemas.microsoft.com/office/drawing/2014/main" id="{EC88CFBD-F529-A7D8-68B1-CD6DC63B45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3" name="Group 94">
                <a:extLst>
                  <a:ext uri="{FF2B5EF4-FFF2-40B4-BE49-F238E27FC236}">
                    <a16:creationId xmlns:a16="http://schemas.microsoft.com/office/drawing/2014/main" id="{8AFDFC8D-FDE0-EBAC-8247-BF42EB2D274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5" name="AutoShape 95">
                  <a:extLst>
                    <a:ext uri="{FF2B5EF4-FFF2-40B4-BE49-F238E27FC236}">
                      <a16:creationId xmlns:a16="http://schemas.microsoft.com/office/drawing/2014/main" id="{A6D26DBF-8886-73B7-F23C-47A2A0DC1DB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6" name="Group 96">
                  <a:extLst>
                    <a:ext uri="{FF2B5EF4-FFF2-40B4-BE49-F238E27FC236}">
                      <a16:creationId xmlns:a16="http://schemas.microsoft.com/office/drawing/2014/main" id="{B5505DE2-1A83-705A-23F7-2A504032FAE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7" name="Group 97">
                    <a:extLst>
                      <a:ext uri="{FF2B5EF4-FFF2-40B4-BE49-F238E27FC236}">
                        <a16:creationId xmlns:a16="http://schemas.microsoft.com/office/drawing/2014/main" id="{A95DA5BE-5DC2-DB46-EE0B-3FE8AD15C87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7" name="Freeform 98">
                      <a:extLst>
                        <a:ext uri="{FF2B5EF4-FFF2-40B4-BE49-F238E27FC236}">
                          <a16:creationId xmlns:a16="http://schemas.microsoft.com/office/drawing/2014/main" id="{AA8056E0-2E61-C034-D2A4-2A97914EBD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99">
                      <a:extLst>
                        <a:ext uri="{FF2B5EF4-FFF2-40B4-BE49-F238E27FC236}">
                          <a16:creationId xmlns:a16="http://schemas.microsoft.com/office/drawing/2014/main" id="{D90F5A84-311D-0607-9E40-795CDCD201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9" name="Freeform 100">
                      <a:extLst>
                        <a:ext uri="{FF2B5EF4-FFF2-40B4-BE49-F238E27FC236}">
                          <a16:creationId xmlns:a16="http://schemas.microsoft.com/office/drawing/2014/main" id="{ABC7D0FA-11C9-621D-6C2D-B1D7AF1A67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101">
                      <a:extLst>
                        <a:ext uri="{FF2B5EF4-FFF2-40B4-BE49-F238E27FC236}">
                          <a16:creationId xmlns:a16="http://schemas.microsoft.com/office/drawing/2014/main" id="{348151E0-CFA7-017C-0E01-CBD0994387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2">
                      <a:extLst>
                        <a:ext uri="{FF2B5EF4-FFF2-40B4-BE49-F238E27FC236}">
                          <a16:creationId xmlns:a16="http://schemas.microsoft.com/office/drawing/2014/main" id="{6D8B2006-05D9-DBF8-9468-0EA95ADFFE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3">
                      <a:extLst>
                        <a:ext uri="{FF2B5EF4-FFF2-40B4-BE49-F238E27FC236}">
                          <a16:creationId xmlns:a16="http://schemas.microsoft.com/office/drawing/2014/main" id="{4F709180-542D-BEE0-B5CD-21E0979A34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4">
                      <a:extLst>
                        <a:ext uri="{FF2B5EF4-FFF2-40B4-BE49-F238E27FC236}">
                          <a16:creationId xmlns:a16="http://schemas.microsoft.com/office/drawing/2014/main" id="{E5ECDCD9-4CBF-6DF9-A69E-9038123ACF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5">
                      <a:extLst>
                        <a:ext uri="{FF2B5EF4-FFF2-40B4-BE49-F238E27FC236}">
                          <a16:creationId xmlns:a16="http://schemas.microsoft.com/office/drawing/2014/main" id="{BCB6707B-2847-9384-A201-83ACAF8E13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68" name="Group 106">
                    <a:extLst>
                      <a:ext uri="{FF2B5EF4-FFF2-40B4-BE49-F238E27FC236}">
                        <a16:creationId xmlns:a16="http://schemas.microsoft.com/office/drawing/2014/main" id="{79539055-4442-A6DF-0E5C-50A017EE75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69" name="Freeform 107">
                      <a:extLst>
                        <a:ext uri="{FF2B5EF4-FFF2-40B4-BE49-F238E27FC236}">
                          <a16:creationId xmlns:a16="http://schemas.microsoft.com/office/drawing/2014/main" id="{40EC2372-8A14-C093-2F3E-7AC8F29B39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0" name="Freeform 108">
                      <a:extLst>
                        <a:ext uri="{FF2B5EF4-FFF2-40B4-BE49-F238E27FC236}">
                          <a16:creationId xmlns:a16="http://schemas.microsoft.com/office/drawing/2014/main" id="{28883DD7-688D-6B38-7F62-C79DB8EF1C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1" name="Freeform 109">
                      <a:extLst>
                        <a:ext uri="{FF2B5EF4-FFF2-40B4-BE49-F238E27FC236}">
                          <a16:creationId xmlns:a16="http://schemas.microsoft.com/office/drawing/2014/main" id="{F064E4A3-120E-A9CB-1758-227FE82999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10">
                      <a:extLst>
                        <a:ext uri="{FF2B5EF4-FFF2-40B4-BE49-F238E27FC236}">
                          <a16:creationId xmlns:a16="http://schemas.microsoft.com/office/drawing/2014/main" id="{5056DA7C-849C-68CD-15BD-EA81A5DBA3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11">
                      <a:extLst>
                        <a:ext uri="{FF2B5EF4-FFF2-40B4-BE49-F238E27FC236}">
                          <a16:creationId xmlns:a16="http://schemas.microsoft.com/office/drawing/2014/main" id="{55DF7DFA-4A6E-F507-CF87-9A25E83750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2">
                      <a:extLst>
                        <a:ext uri="{FF2B5EF4-FFF2-40B4-BE49-F238E27FC236}">
                          <a16:creationId xmlns:a16="http://schemas.microsoft.com/office/drawing/2014/main" id="{8EAA0C00-A7B0-4C25-14B6-6C7F0D8A85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3">
                      <a:extLst>
                        <a:ext uri="{FF2B5EF4-FFF2-40B4-BE49-F238E27FC236}">
                          <a16:creationId xmlns:a16="http://schemas.microsoft.com/office/drawing/2014/main" id="{4306469F-A35E-7DF9-E137-A32F5E4687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4">
                      <a:extLst>
                        <a:ext uri="{FF2B5EF4-FFF2-40B4-BE49-F238E27FC236}">
                          <a16:creationId xmlns:a16="http://schemas.microsoft.com/office/drawing/2014/main" id="{45B6479C-E080-568C-1C7A-504B39681D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4" name="WordArt 115">
                <a:extLst>
                  <a:ext uri="{FF2B5EF4-FFF2-40B4-BE49-F238E27FC236}">
                    <a16:creationId xmlns:a16="http://schemas.microsoft.com/office/drawing/2014/main" id="{A6FB3498-3C99-B161-CFD4-8EBE324C6C7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2" name="WordArt 68">
              <a:extLst>
                <a:ext uri="{FF2B5EF4-FFF2-40B4-BE49-F238E27FC236}">
                  <a16:creationId xmlns:a16="http://schemas.microsoft.com/office/drawing/2014/main" id="{3EE9AB71-E178-F1C0-8367-9FB494CD6E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as70r1</a:t>
              </a:r>
            </a:p>
          </p:txBody>
        </p:sp>
      </p:grpSp>
      <p:grpSp>
        <p:nvGrpSpPr>
          <p:cNvPr id="30" name="Group 199">
            <a:extLst>
              <a:ext uri="{FF2B5EF4-FFF2-40B4-BE49-F238E27FC236}">
                <a16:creationId xmlns:a16="http://schemas.microsoft.com/office/drawing/2014/main" id="{38BDF981-B474-2418-8235-A921845BA652}"/>
              </a:ext>
            </a:extLst>
          </p:cNvPr>
          <p:cNvGrpSpPr>
            <a:grpSpLocks/>
          </p:cNvGrpSpPr>
          <p:nvPr/>
        </p:nvGrpSpPr>
        <p:grpSpPr bwMode="auto">
          <a:xfrm>
            <a:off x="8639978" y="4624905"/>
            <a:ext cx="812283" cy="628772"/>
            <a:chOff x="4408" y="1052"/>
            <a:chExt cx="1173" cy="908"/>
          </a:xfrm>
        </p:grpSpPr>
        <p:sp>
          <p:nvSpPr>
            <p:cNvPr id="31" name="Text Box 169">
              <a:extLst>
                <a:ext uri="{FF2B5EF4-FFF2-40B4-BE49-F238E27FC236}">
                  <a16:creationId xmlns:a16="http://schemas.microsoft.com/office/drawing/2014/main" id="{7BF7CA39-430C-C354-372C-62333CEEA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601"/>
              <a:ext cx="117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dns2</a:t>
              </a:r>
              <a:endParaRPr lang="en-US" altLang="it-IT" sz="900" b="1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206D01A-3839-3B96-E4AF-668E94F7BF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5" y="1052"/>
              <a:ext cx="618" cy="572"/>
              <a:chOff x="4705" y="893"/>
              <a:chExt cx="618" cy="572"/>
            </a:xfrm>
          </p:grpSpPr>
          <p:sp>
            <p:nvSpPr>
              <p:cNvPr id="33" name="AutoShape 171">
                <a:extLst>
                  <a:ext uri="{FF2B5EF4-FFF2-40B4-BE49-F238E27FC236}">
                    <a16:creationId xmlns:a16="http://schemas.microsoft.com/office/drawing/2014/main" id="{6958463E-A5B6-05DC-316A-B0B06561F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5" y="893"/>
                <a:ext cx="618" cy="572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mainfrm">
                <a:extLst>
                  <a:ext uri="{FF2B5EF4-FFF2-40B4-BE49-F238E27FC236}">
                    <a16:creationId xmlns:a16="http://schemas.microsoft.com/office/drawing/2014/main" id="{D155A2EF-D324-644B-3498-416D8CAC50B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4705" y="981"/>
                <a:ext cx="530" cy="4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WordArt 173">
                <a:extLst>
                  <a:ext uri="{FF2B5EF4-FFF2-40B4-BE49-F238E27FC236}">
                    <a16:creationId xmlns:a16="http://schemas.microsoft.com/office/drawing/2014/main" id="{AC5B3997-DC28-06CD-F118-6F386E549D2A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742" y="1031"/>
                <a:ext cx="454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GB" sz="3600" kern="10" dirty="0">
                    <a:ln w="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DNS</a:t>
                </a:r>
              </a:p>
            </p:txBody>
          </p:sp>
        </p:grpSp>
      </p:grpSp>
      <p:grpSp>
        <p:nvGrpSpPr>
          <p:cNvPr id="867" name="Group 146">
            <a:extLst>
              <a:ext uri="{FF2B5EF4-FFF2-40B4-BE49-F238E27FC236}">
                <a16:creationId xmlns:a16="http://schemas.microsoft.com/office/drawing/2014/main" id="{274A4752-44F1-6B64-AEC8-23BC80356CAC}"/>
              </a:ext>
            </a:extLst>
          </p:cNvPr>
          <p:cNvGrpSpPr>
            <a:grpSpLocks/>
          </p:cNvGrpSpPr>
          <p:nvPr/>
        </p:nvGrpSpPr>
        <p:grpSpPr bwMode="auto">
          <a:xfrm>
            <a:off x="8745900" y="3579376"/>
            <a:ext cx="331036" cy="275863"/>
            <a:chOff x="144" y="3264"/>
            <a:chExt cx="288" cy="240"/>
          </a:xfrm>
        </p:grpSpPr>
        <p:sp>
          <p:nvSpPr>
            <p:cNvPr id="868" name="Rectangle 147">
              <a:extLst>
                <a:ext uri="{FF2B5EF4-FFF2-40B4-BE49-F238E27FC236}">
                  <a16:creationId xmlns:a16="http://schemas.microsoft.com/office/drawing/2014/main" id="{827CFFBA-0A77-6C4C-34F1-357402FD0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869" name="Rectangle 148">
              <a:extLst>
                <a:ext uri="{FF2B5EF4-FFF2-40B4-BE49-F238E27FC236}">
                  <a16:creationId xmlns:a16="http://schemas.microsoft.com/office/drawing/2014/main" id="{62A1C833-2BB8-09E5-AB6E-889080219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46" name="Text Box 151">
            <a:extLst>
              <a:ext uri="{FF2B5EF4-FFF2-40B4-BE49-F238E27FC236}">
                <a16:creationId xmlns:a16="http://schemas.microsoft.com/office/drawing/2014/main" id="{715DFE1B-E11E-2053-8E1D-FFD7D68C8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96" y="1834098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</a:t>
            </a:r>
          </a:p>
        </p:txBody>
      </p:sp>
      <p:sp>
        <p:nvSpPr>
          <p:cNvPr id="47" name="Text Box 151">
            <a:extLst>
              <a:ext uri="{FF2B5EF4-FFF2-40B4-BE49-F238E27FC236}">
                <a16:creationId xmlns:a16="http://schemas.microsoft.com/office/drawing/2014/main" id="{6D14AF35-213B-2575-079E-616B3D040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399" y="5533240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</a:t>
            </a:r>
          </a:p>
        </p:txBody>
      </p:sp>
      <p:sp>
        <p:nvSpPr>
          <p:cNvPr id="48" name="Text Box 151">
            <a:extLst>
              <a:ext uri="{FF2B5EF4-FFF2-40B4-BE49-F238E27FC236}">
                <a16:creationId xmlns:a16="http://schemas.microsoft.com/office/drawing/2014/main" id="{5F5F773C-498B-84FE-1F95-0CA7B2099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027" y="5552996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60</a:t>
            </a:r>
          </a:p>
        </p:txBody>
      </p:sp>
      <p:sp>
        <p:nvSpPr>
          <p:cNvPr id="49" name="Text Box 151">
            <a:extLst>
              <a:ext uri="{FF2B5EF4-FFF2-40B4-BE49-F238E27FC236}">
                <a16:creationId xmlns:a16="http://schemas.microsoft.com/office/drawing/2014/main" id="{564C2A5D-664F-E2DB-66BB-3D4142080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509" y="3569111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sp>
        <p:nvSpPr>
          <p:cNvPr id="50" name="Text Box 151">
            <a:extLst>
              <a:ext uri="{FF2B5EF4-FFF2-40B4-BE49-F238E27FC236}">
                <a16:creationId xmlns:a16="http://schemas.microsoft.com/office/drawing/2014/main" id="{B771A458-0A7E-2A7C-2976-2F4995F68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6185" y="2056211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438878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FCE0-AEA5-9828-0F6C-F22EE2EF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6AD26A-5CD3-87DE-453D-77ECD95FC3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79359" y="1275051"/>
            <a:ext cx="3513492" cy="2338399"/>
            <a:chOff x="2688" y="2433"/>
            <a:chExt cx="1867" cy="137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5C15B14-4ADC-8BA9-499B-C62AD085CE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EAD10432-FBEE-A95C-99CE-C74C382B5F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701"/>
              <a:ext cx="623" cy="400"/>
            </a:xfrm>
            <a:custGeom>
              <a:avLst/>
              <a:gdLst>
                <a:gd name="connsiteX0" fmla="*/ 0 w 1172419"/>
                <a:gd name="connsiteY0" fmla="*/ 449170 h 898339"/>
                <a:gd name="connsiteX1" fmla="*/ 586210 w 1172419"/>
                <a:gd name="connsiteY1" fmla="*/ 0 h 898339"/>
                <a:gd name="connsiteX2" fmla="*/ 1172420 w 1172419"/>
                <a:gd name="connsiteY2" fmla="*/ 449170 h 898339"/>
                <a:gd name="connsiteX3" fmla="*/ 586210 w 1172419"/>
                <a:gd name="connsiteY3" fmla="*/ 898340 h 898339"/>
                <a:gd name="connsiteX4" fmla="*/ 0 w 1172419"/>
                <a:gd name="connsiteY4" fmla="*/ 449170 h 898339"/>
                <a:gd name="connsiteX0" fmla="*/ 489 w 1172909"/>
                <a:gd name="connsiteY0" fmla="*/ 230020 h 679190"/>
                <a:gd name="connsiteX1" fmla="*/ 668995 w 1172909"/>
                <a:gd name="connsiteY1" fmla="*/ 306 h 679190"/>
                <a:gd name="connsiteX2" fmla="*/ 1172909 w 1172909"/>
                <a:gd name="connsiteY2" fmla="*/ 230020 h 679190"/>
                <a:gd name="connsiteX3" fmla="*/ 586699 w 1172909"/>
                <a:gd name="connsiteY3" fmla="*/ 679190 h 679190"/>
                <a:gd name="connsiteX4" fmla="*/ 489 w 1172909"/>
                <a:gd name="connsiteY4" fmla="*/ 230020 h 67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909" h="679190">
                  <a:moveTo>
                    <a:pt x="489" y="230020"/>
                  </a:moveTo>
                  <a:cubicBezTo>
                    <a:pt x="14205" y="116873"/>
                    <a:pt x="345240" y="306"/>
                    <a:pt x="668995" y="306"/>
                  </a:cubicBezTo>
                  <a:cubicBezTo>
                    <a:pt x="992750" y="306"/>
                    <a:pt x="1172909" y="-18050"/>
                    <a:pt x="1172909" y="230020"/>
                  </a:cubicBezTo>
                  <a:cubicBezTo>
                    <a:pt x="1172909" y="478090"/>
                    <a:pt x="910454" y="679190"/>
                    <a:pt x="586699" y="679190"/>
                  </a:cubicBezTo>
                  <a:cubicBezTo>
                    <a:pt x="262944" y="679190"/>
                    <a:pt x="-13227" y="343167"/>
                    <a:pt x="489" y="230020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388D6F82-1340-9319-0A7F-5B963C7C97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A4BD9E0F-B634-2AF0-CEE7-057DE7A7BE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9B14AD37-DFAD-8929-5768-A2AD1D81A3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89" cy="652"/>
            </a:xfrm>
            <a:custGeom>
              <a:avLst/>
              <a:gdLst>
                <a:gd name="connsiteX0" fmla="*/ 0 w 1778388"/>
                <a:gd name="connsiteY0" fmla="*/ 470397 h 940794"/>
                <a:gd name="connsiteX1" fmla="*/ 889194 w 1778388"/>
                <a:gd name="connsiteY1" fmla="*/ 0 h 940794"/>
                <a:gd name="connsiteX2" fmla="*/ 1778388 w 1778388"/>
                <a:gd name="connsiteY2" fmla="*/ 470397 h 940794"/>
                <a:gd name="connsiteX3" fmla="*/ 889194 w 1778388"/>
                <a:gd name="connsiteY3" fmla="*/ 940794 h 940794"/>
                <a:gd name="connsiteX4" fmla="*/ 0 w 1778388"/>
                <a:gd name="connsiteY4" fmla="*/ 470397 h 940794"/>
                <a:gd name="connsiteX0" fmla="*/ 0 w 1778388"/>
                <a:gd name="connsiteY0" fmla="*/ 470397 h 1105386"/>
                <a:gd name="connsiteX1" fmla="*/ 889194 w 1778388"/>
                <a:gd name="connsiteY1" fmla="*/ 0 h 1105386"/>
                <a:gd name="connsiteX2" fmla="*/ 1778388 w 1778388"/>
                <a:gd name="connsiteY2" fmla="*/ 470397 h 1105386"/>
                <a:gd name="connsiteX3" fmla="*/ 889194 w 1778388"/>
                <a:gd name="connsiteY3" fmla="*/ 1105386 h 1105386"/>
                <a:gd name="connsiteX4" fmla="*/ 0 w 1778388"/>
                <a:gd name="connsiteY4" fmla="*/ 470397 h 1105386"/>
                <a:gd name="connsiteX0" fmla="*/ 0 w 1860684"/>
                <a:gd name="connsiteY0" fmla="*/ 471184 h 1107012"/>
                <a:gd name="connsiteX1" fmla="*/ 889194 w 1860684"/>
                <a:gd name="connsiteY1" fmla="*/ 787 h 1107012"/>
                <a:gd name="connsiteX2" fmla="*/ 1860684 w 1860684"/>
                <a:gd name="connsiteY2" fmla="*/ 580899 h 1107012"/>
                <a:gd name="connsiteX3" fmla="*/ 889194 w 1860684"/>
                <a:gd name="connsiteY3" fmla="*/ 1106173 h 1107012"/>
                <a:gd name="connsiteX4" fmla="*/ 0 w 1860684"/>
                <a:gd name="connsiteY4" fmla="*/ 471184 h 11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684" h="1107012">
                  <a:moveTo>
                    <a:pt x="0" y="471184"/>
                  </a:moveTo>
                  <a:cubicBezTo>
                    <a:pt x="0" y="286953"/>
                    <a:pt x="579080" y="-17499"/>
                    <a:pt x="889194" y="787"/>
                  </a:cubicBezTo>
                  <a:cubicBezTo>
                    <a:pt x="1199308" y="19073"/>
                    <a:pt x="1860684" y="321106"/>
                    <a:pt x="1860684" y="580899"/>
                  </a:cubicBezTo>
                  <a:cubicBezTo>
                    <a:pt x="1860684" y="840692"/>
                    <a:pt x="1199308" y="1124459"/>
                    <a:pt x="889194" y="1106173"/>
                  </a:cubicBezTo>
                  <a:cubicBezTo>
                    <a:pt x="579080" y="1087887"/>
                    <a:pt x="0" y="655415"/>
                    <a:pt x="0" y="471184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9517AE22-5EAA-454A-F1CD-16CA2FA69E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2C445408-44C6-4CBE-7E15-80D8EDA620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D231ACE6-2023-78FD-5066-C0D05C964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495" cy="592"/>
            </a:xfrm>
            <a:custGeom>
              <a:avLst/>
              <a:gdLst>
                <a:gd name="connsiteX0" fmla="*/ 0 w 1123489"/>
                <a:gd name="connsiteY0" fmla="*/ 580779 h 1161558"/>
                <a:gd name="connsiteX1" fmla="*/ 561745 w 1123489"/>
                <a:gd name="connsiteY1" fmla="*/ 0 h 1161558"/>
                <a:gd name="connsiteX2" fmla="*/ 1123490 w 1123489"/>
                <a:gd name="connsiteY2" fmla="*/ 580779 h 1161558"/>
                <a:gd name="connsiteX3" fmla="*/ 561745 w 1123489"/>
                <a:gd name="connsiteY3" fmla="*/ 1161558 h 1161558"/>
                <a:gd name="connsiteX4" fmla="*/ 0 w 1123489"/>
                <a:gd name="connsiteY4" fmla="*/ 580779 h 1161558"/>
                <a:gd name="connsiteX0" fmla="*/ 0 w 931466"/>
                <a:gd name="connsiteY0" fmla="*/ 580805 h 1161612"/>
                <a:gd name="connsiteX1" fmla="*/ 561745 w 931466"/>
                <a:gd name="connsiteY1" fmla="*/ 26 h 1161612"/>
                <a:gd name="connsiteX2" fmla="*/ 931466 w 931466"/>
                <a:gd name="connsiteY2" fmla="*/ 599093 h 1161612"/>
                <a:gd name="connsiteX3" fmla="*/ 561745 w 931466"/>
                <a:gd name="connsiteY3" fmla="*/ 1161584 h 1161612"/>
                <a:gd name="connsiteX4" fmla="*/ 0 w 931466"/>
                <a:gd name="connsiteY4" fmla="*/ 580805 h 1161612"/>
                <a:gd name="connsiteX0" fmla="*/ 405 w 931871"/>
                <a:gd name="connsiteY0" fmla="*/ 580796 h 1006194"/>
                <a:gd name="connsiteX1" fmla="*/ 562150 w 931871"/>
                <a:gd name="connsiteY1" fmla="*/ 17 h 1006194"/>
                <a:gd name="connsiteX2" fmla="*/ 931871 w 931871"/>
                <a:gd name="connsiteY2" fmla="*/ 599084 h 1006194"/>
                <a:gd name="connsiteX3" fmla="*/ 479860 w 931871"/>
                <a:gd name="connsiteY3" fmla="*/ 1006120 h 1006194"/>
                <a:gd name="connsiteX4" fmla="*/ 405 w 931871"/>
                <a:gd name="connsiteY4" fmla="*/ 580796 h 100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1871" h="1006194">
                  <a:moveTo>
                    <a:pt x="405" y="580796"/>
                  </a:moveTo>
                  <a:cubicBezTo>
                    <a:pt x="14120" y="413112"/>
                    <a:pt x="406906" y="-3031"/>
                    <a:pt x="562150" y="17"/>
                  </a:cubicBezTo>
                  <a:cubicBezTo>
                    <a:pt x="717394" y="3065"/>
                    <a:pt x="931871" y="278329"/>
                    <a:pt x="931871" y="599084"/>
                  </a:cubicBezTo>
                  <a:cubicBezTo>
                    <a:pt x="931871" y="919839"/>
                    <a:pt x="635104" y="1009168"/>
                    <a:pt x="479860" y="1006120"/>
                  </a:cubicBezTo>
                  <a:cubicBezTo>
                    <a:pt x="324616" y="1003072"/>
                    <a:pt x="-13310" y="748480"/>
                    <a:pt x="405" y="580796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F7A282A0-3623-049C-5B5F-AE84DEB5C0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A2B5C03-272D-E9C8-004B-0FBA1EF567C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47119" y="3663018"/>
            <a:ext cx="1120577" cy="692720"/>
            <a:chOff x="2688" y="2433"/>
            <a:chExt cx="1867" cy="1279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3F4F988-0B23-F66F-DEA7-B007647312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7" name="Oval 4">
              <a:extLst>
                <a:ext uri="{FF2B5EF4-FFF2-40B4-BE49-F238E27FC236}">
                  <a16:creationId xmlns:a16="http://schemas.microsoft.com/office/drawing/2014/main" id="{837ED911-2839-9371-5D8F-C6BB6A1E80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8" name="Oval 5">
              <a:extLst>
                <a:ext uri="{FF2B5EF4-FFF2-40B4-BE49-F238E27FC236}">
                  <a16:creationId xmlns:a16="http://schemas.microsoft.com/office/drawing/2014/main" id="{A762C4F8-0DD1-C7F5-25A7-8ECD1D553A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9" name="Oval 6">
              <a:extLst>
                <a:ext uri="{FF2B5EF4-FFF2-40B4-BE49-F238E27FC236}">
                  <a16:creationId xmlns:a16="http://schemas.microsoft.com/office/drawing/2014/main" id="{EE48D087-14DC-C693-3BEB-072103B4E0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0" name="Oval 7">
              <a:extLst>
                <a:ext uri="{FF2B5EF4-FFF2-40B4-BE49-F238E27FC236}">
                  <a16:creationId xmlns:a16="http://schemas.microsoft.com/office/drawing/2014/main" id="{A494F620-E2A9-6728-8DFF-98786A8BAC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1" name="Oval 8">
              <a:extLst>
                <a:ext uri="{FF2B5EF4-FFF2-40B4-BE49-F238E27FC236}">
                  <a16:creationId xmlns:a16="http://schemas.microsoft.com/office/drawing/2014/main" id="{D70BC317-6B61-CAD0-6567-3A3097A959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2" name="Oval 9">
              <a:extLst>
                <a:ext uri="{FF2B5EF4-FFF2-40B4-BE49-F238E27FC236}">
                  <a16:creationId xmlns:a16="http://schemas.microsoft.com/office/drawing/2014/main" id="{AC0AA76F-F076-A6D2-C0CC-1897AA76E4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" name="Oval 10">
              <a:extLst>
                <a:ext uri="{FF2B5EF4-FFF2-40B4-BE49-F238E27FC236}">
                  <a16:creationId xmlns:a16="http://schemas.microsoft.com/office/drawing/2014/main" id="{1BAC903D-B567-549E-D89B-5C9632D98E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Oval 11">
              <a:extLst>
                <a:ext uri="{FF2B5EF4-FFF2-40B4-BE49-F238E27FC236}">
                  <a16:creationId xmlns:a16="http://schemas.microsoft.com/office/drawing/2014/main" id="{EDE59495-6AD4-D698-247E-A836A23D51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DAA15FC-D281-9FAC-D7BF-1815E14256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2078" y="4573147"/>
            <a:ext cx="2642366" cy="2251116"/>
            <a:chOff x="2688" y="2433"/>
            <a:chExt cx="1867" cy="1279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F1A3D30B-159F-1374-2261-B881B07D8F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" name="Oval 4">
              <a:extLst>
                <a:ext uri="{FF2B5EF4-FFF2-40B4-BE49-F238E27FC236}">
                  <a16:creationId xmlns:a16="http://schemas.microsoft.com/office/drawing/2014/main" id="{C20E6CBF-3A34-3F96-1594-65F08977B3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8" name="Oval 5">
              <a:extLst>
                <a:ext uri="{FF2B5EF4-FFF2-40B4-BE49-F238E27FC236}">
                  <a16:creationId xmlns:a16="http://schemas.microsoft.com/office/drawing/2014/main" id="{7C43684A-C8B3-5A63-1F9F-6B69F70A02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9" name="Oval 6">
              <a:extLst>
                <a:ext uri="{FF2B5EF4-FFF2-40B4-BE49-F238E27FC236}">
                  <a16:creationId xmlns:a16="http://schemas.microsoft.com/office/drawing/2014/main" id="{4A8942E0-06F5-CA11-F42A-47EBCF3405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0" name="Oval 7">
              <a:extLst>
                <a:ext uri="{FF2B5EF4-FFF2-40B4-BE49-F238E27FC236}">
                  <a16:creationId xmlns:a16="http://schemas.microsoft.com/office/drawing/2014/main" id="{502C54BC-21D8-936E-99C8-AE1B2E760C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1" name="Oval 8">
              <a:extLst>
                <a:ext uri="{FF2B5EF4-FFF2-40B4-BE49-F238E27FC236}">
                  <a16:creationId xmlns:a16="http://schemas.microsoft.com/office/drawing/2014/main" id="{E469751E-47C3-AF4B-8F7C-CCB010F842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2" name="Oval 9">
              <a:extLst>
                <a:ext uri="{FF2B5EF4-FFF2-40B4-BE49-F238E27FC236}">
                  <a16:creationId xmlns:a16="http://schemas.microsoft.com/office/drawing/2014/main" id="{A07AA464-CC9E-FDB8-656B-3B70B8D8AB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3" name="Oval 10">
              <a:extLst>
                <a:ext uri="{FF2B5EF4-FFF2-40B4-BE49-F238E27FC236}">
                  <a16:creationId xmlns:a16="http://schemas.microsoft.com/office/drawing/2014/main" id="{C5F66F98-476A-127F-0E42-7B70CCBDD3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4" name="Oval 11">
              <a:extLst>
                <a:ext uri="{FF2B5EF4-FFF2-40B4-BE49-F238E27FC236}">
                  <a16:creationId xmlns:a16="http://schemas.microsoft.com/office/drawing/2014/main" id="{D41D6585-711F-CDAC-46AA-5D890FAD9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50C76D6F-BDD0-4088-7F42-4E8ED35BA4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88178" y="5516251"/>
            <a:ext cx="2962818" cy="1305780"/>
            <a:chOff x="2688" y="2572"/>
            <a:chExt cx="1867" cy="1140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45E67360-D4B7-2487-0A6A-7F564B1268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599"/>
              <a:ext cx="813" cy="363"/>
            </a:xfrm>
            <a:custGeom>
              <a:avLst/>
              <a:gdLst>
                <a:gd name="connsiteX0" fmla="*/ 0 w 1031967"/>
                <a:gd name="connsiteY0" fmla="*/ 302964 h 605928"/>
                <a:gd name="connsiteX1" fmla="*/ 515984 w 1031967"/>
                <a:gd name="connsiteY1" fmla="*/ 0 h 605928"/>
                <a:gd name="connsiteX2" fmla="*/ 1031968 w 1031967"/>
                <a:gd name="connsiteY2" fmla="*/ 302964 h 605928"/>
                <a:gd name="connsiteX3" fmla="*/ 515984 w 1031967"/>
                <a:gd name="connsiteY3" fmla="*/ 605928 h 605928"/>
                <a:gd name="connsiteX4" fmla="*/ 0 w 1031967"/>
                <a:gd name="connsiteY4" fmla="*/ 302964 h 605928"/>
                <a:gd name="connsiteX0" fmla="*/ 11 w 1031979"/>
                <a:gd name="connsiteY0" fmla="*/ 145919 h 448883"/>
                <a:gd name="connsiteX1" fmla="*/ 527284 w 1031979"/>
                <a:gd name="connsiteY1" fmla="*/ 1000 h 448883"/>
                <a:gd name="connsiteX2" fmla="*/ 1031979 w 1031979"/>
                <a:gd name="connsiteY2" fmla="*/ 145919 h 448883"/>
                <a:gd name="connsiteX3" fmla="*/ 515995 w 1031979"/>
                <a:gd name="connsiteY3" fmla="*/ 448883 h 448883"/>
                <a:gd name="connsiteX4" fmla="*/ 11 w 1031979"/>
                <a:gd name="connsiteY4" fmla="*/ 145919 h 448883"/>
                <a:gd name="connsiteX0" fmla="*/ 98 w 1032066"/>
                <a:gd name="connsiteY0" fmla="*/ 113256 h 416220"/>
                <a:gd name="connsiteX1" fmla="*/ 549949 w 1032066"/>
                <a:gd name="connsiteY1" fmla="*/ 13479 h 416220"/>
                <a:gd name="connsiteX2" fmla="*/ 1032066 w 1032066"/>
                <a:gd name="connsiteY2" fmla="*/ 113256 h 416220"/>
                <a:gd name="connsiteX3" fmla="*/ 516082 w 1032066"/>
                <a:gd name="connsiteY3" fmla="*/ 416220 h 416220"/>
                <a:gd name="connsiteX4" fmla="*/ 98 w 1032066"/>
                <a:gd name="connsiteY4" fmla="*/ 113256 h 41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066" h="416220">
                  <a:moveTo>
                    <a:pt x="98" y="113256"/>
                  </a:moveTo>
                  <a:cubicBezTo>
                    <a:pt x="5742" y="46133"/>
                    <a:pt x="264979" y="13479"/>
                    <a:pt x="549949" y="13479"/>
                  </a:cubicBezTo>
                  <a:cubicBezTo>
                    <a:pt x="834919" y="13479"/>
                    <a:pt x="1032066" y="-54066"/>
                    <a:pt x="1032066" y="113256"/>
                  </a:cubicBezTo>
                  <a:cubicBezTo>
                    <a:pt x="1032066" y="280578"/>
                    <a:pt x="801052" y="416220"/>
                    <a:pt x="516082" y="416220"/>
                  </a:cubicBezTo>
                  <a:cubicBezTo>
                    <a:pt x="231112" y="416220"/>
                    <a:pt x="-5546" y="180379"/>
                    <a:pt x="98" y="113256"/>
                  </a:cubicBezTo>
                  <a:close/>
                </a:path>
              </a:pathLst>
            </a:cu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7" name="Oval 4">
              <a:extLst>
                <a:ext uri="{FF2B5EF4-FFF2-40B4-BE49-F238E27FC236}">
                  <a16:creationId xmlns:a16="http://schemas.microsoft.com/office/drawing/2014/main" id="{39BAE7C7-ABEB-3E76-17E4-A1AEC64079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8" name="Oval 5">
              <a:extLst>
                <a:ext uri="{FF2B5EF4-FFF2-40B4-BE49-F238E27FC236}">
                  <a16:creationId xmlns:a16="http://schemas.microsoft.com/office/drawing/2014/main" id="{C9D417EE-0F3B-BBB8-5806-D888534A26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9" name="Oval 6">
              <a:extLst>
                <a:ext uri="{FF2B5EF4-FFF2-40B4-BE49-F238E27FC236}">
                  <a16:creationId xmlns:a16="http://schemas.microsoft.com/office/drawing/2014/main" id="{18FA936B-726F-939F-83F4-77F6BA5945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0" name="Oval 7">
              <a:extLst>
                <a:ext uri="{FF2B5EF4-FFF2-40B4-BE49-F238E27FC236}">
                  <a16:creationId xmlns:a16="http://schemas.microsoft.com/office/drawing/2014/main" id="{468E5C61-1355-227A-7DE4-D4C966129C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1" name="Oval 8">
              <a:extLst>
                <a:ext uri="{FF2B5EF4-FFF2-40B4-BE49-F238E27FC236}">
                  <a16:creationId xmlns:a16="http://schemas.microsoft.com/office/drawing/2014/main" id="{E0840172-21D5-0ECA-F14C-467E9CBD00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2" name="Oval 9">
              <a:extLst>
                <a:ext uri="{FF2B5EF4-FFF2-40B4-BE49-F238E27FC236}">
                  <a16:creationId xmlns:a16="http://schemas.microsoft.com/office/drawing/2014/main" id="{018D68CC-8EA5-315C-3D4A-BF5E6F1AE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3" name="Oval 10">
              <a:extLst>
                <a:ext uri="{FF2B5EF4-FFF2-40B4-BE49-F238E27FC236}">
                  <a16:creationId xmlns:a16="http://schemas.microsoft.com/office/drawing/2014/main" id="{DC8B48E0-F9BC-13EA-2D7E-23E35E44A0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4" name="Oval 11">
              <a:extLst>
                <a:ext uri="{FF2B5EF4-FFF2-40B4-BE49-F238E27FC236}">
                  <a16:creationId xmlns:a16="http://schemas.microsoft.com/office/drawing/2014/main" id="{9C604F19-B251-4155-6EB7-3DF0178FCE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7BE188C0-7EE8-2855-161C-C8A84F9534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80183" y="825363"/>
            <a:ext cx="2846489" cy="1759647"/>
            <a:chOff x="2688" y="2433"/>
            <a:chExt cx="1867" cy="1279"/>
          </a:xfrm>
        </p:grpSpPr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1D8C3E5E-403C-D6D0-31DF-378FDEA57F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7" name="Oval 4">
              <a:extLst>
                <a:ext uri="{FF2B5EF4-FFF2-40B4-BE49-F238E27FC236}">
                  <a16:creationId xmlns:a16="http://schemas.microsoft.com/office/drawing/2014/main" id="{4ECEC9EA-FFA8-FFDC-6C66-B51031CF72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8" name="Oval 5">
              <a:extLst>
                <a:ext uri="{FF2B5EF4-FFF2-40B4-BE49-F238E27FC236}">
                  <a16:creationId xmlns:a16="http://schemas.microsoft.com/office/drawing/2014/main" id="{91E44247-3BD7-2677-F057-C7CF7442BF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" name="Oval 6">
              <a:extLst>
                <a:ext uri="{FF2B5EF4-FFF2-40B4-BE49-F238E27FC236}">
                  <a16:creationId xmlns:a16="http://schemas.microsoft.com/office/drawing/2014/main" id="{01492A76-CA94-3BC9-F88C-5C6876E478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" name="Oval 7">
              <a:extLst>
                <a:ext uri="{FF2B5EF4-FFF2-40B4-BE49-F238E27FC236}">
                  <a16:creationId xmlns:a16="http://schemas.microsoft.com/office/drawing/2014/main" id="{A9E622E7-080C-6B43-DD47-84474B8E2D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1" name="Oval 8">
              <a:extLst>
                <a:ext uri="{FF2B5EF4-FFF2-40B4-BE49-F238E27FC236}">
                  <a16:creationId xmlns:a16="http://schemas.microsoft.com/office/drawing/2014/main" id="{028983ED-F560-71E0-2B74-F57C714A3B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2" name="Oval 9">
              <a:extLst>
                <a:ext uri="{FF2B5EF4-FFF2-40B4-BE49-F238E27FC236}">
                  <a16:creationId xmlns:a16="http://schemas.microsoft.com/office/drawing/2014/main" id="{12983F66-3EA5-DE15-FECD-865242790B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3" name="Oval 10">
              <a:extLst>
                <a:ext uri="{FF2B5EF4-FFF2-40B4-BE49-F238E27FC236}">
                  <a16:creationId xmlns:a16="http://schemas.microsoft.com/office/drawing/2014/main" id="{46814A00-ED48-D547-F684-34A10E2B14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4" name="Oval 11">
              <a:extLst>
                <a:ext uri="{FF2B5EF4-FFF2-40B4-BE49-F238E27FC236}">
                  <a16:creationId xmlns:a16="http://schemas.microsoft.com/office/drawing/2014/main" id="{779483D0-6CDA-8D38-3572-7A3281C11E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DA900B8B-25B1-920B-E060-2BD465D87C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75730" y="3100336"/>
            <a:ext cx="2875456" cy="2377103"/>
            <a:chOff x="2688" y="2433"/>
            <a:chExt cx="1867" cy="1279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15926F1C-22BC-BD9D-F9F6-50A5143304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2" name="Oval 4">
              <a:extLst>
                <a:ext uri="{FF2B5EF4-FFF2-40B4-BE49-F238E27FC236}">
                  <a16:creationId xmlns:a16="http://schemas.microsoft.com/office/drawing/2014/main" id="{ECD1DBFD-4AE7-4FA3-31E5-A82CB68D42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3" name="Oval 5">
              <a:extLst>
                <a:ext uri="{FF2B5EF4-FFF2-40B4-BE49-F238E27FC236}">
                  <a16:creationId xmlns:a16="http://schemas.microsoft.com/office/drawing/2014/main" id="{BE481B3E-EF84-A7CC-F5A0-B63F5EFCF8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4" name="Oval 6">
              <a:extLst>
                <a:ext uri="{FF2B5EF4-FFF2-40B4-BE49-F238E27FC236}">
                  <a16:creationId xmlns:a16="http://schemas.microsoft.com/office/drawing/2014/main" id="{700E2ED2-1387-31D3-0C29-6A0408001D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5" name="Oval 7">
              <a:extLst>
                <a:ext uri="{FF2B5EF4-FFF2-40B4-BE49-F238E27FC236}">
                  <a16:creationId xmlns:a16="http://schemas.microsoft.com/office/drawing/2014/main" id="{68FC2D96-8C59-5ED8-E2D9-189A0E2DF0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6" name="Oval 8">
              <a:extLst>
                <a:ext uri="{FF2B5EF4-FFF2-40B4-BE49-F238E27FC236}">
                  <a16:creationId xmlns:a16="http://schemas.microsoft.com/office/drawing/2014/main" id="{E858708B-9069-4D00-C25C-32EC7EB60F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7" name="Oval 9">
              <a:extLst>
                <a:ext uri="{FF2B5EF4-FFF2-40B4-BE49-F238E27FC236}">
                  <a16:creationId xmlns:a16="http://schemas.microsoft.com/office/drawing/2014/main" id="{AA1A5463-0EFE-76C5-533F-D6235A3FBB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8" name="Oval 10">
              <a:extLst>
                <a:ext uri="{FF2B5EF4-FFF2-40B4-BE49-F238E27FC236}">
                  <a16:creationId xmlns:a16="http://schemas.microsoft.com/office/drawing/2014/main" id="{6885480D-BB14-0A2A-DB27-1F809DEE8C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9" name="Oval 11">
              <a:extLst>
                <a:ext uri="{FF2B5EF4-FFF2-40B4-BE49-F238E27FC236}">
                  <a16:creationId xmlns:a16="http://schemas.microsoft.com/office/drawing/2014/main" id="{C4C38C37-6195-0C0E-4EDF-6673012A5E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57" name="Title 556">
            <a:extLst>
              <a:ext uri="{FF2B5EF4-FFF2-40B4-BE49-F238E27FC236}">
                <a16:creationId xmlns:a16="http://schemas.microsoft.com/office/drawing/2014/main" id="{2EFFCE11-2E51-F6A6-7BF0-9F8EC819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topology</a:t>
            </a:r>
          </a:p>
        </p:txBody>
      </p: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AA0E61EC-5A5B-E2D5-986E-C0F514CA18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2035" y="4361314"/>
            <a:ext cx="1120577" cy="692720"/>
            <a:chOff x="2688" y="2433"/>
            <a:chExt cx="1867" cy="1279"/>
          </a:xfrm>
        </p:grpSpPr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0107D9B6-7ABB-54C8-3502-471FDCC725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6" name="Oval 4">
              <a:extLst>
                <a:ext uri="{FF2B5EF4-FFF2-40B4-BE49-F238E27FC236}">
                  <a16:creationId xmlns:a16="http://schemas.microsoft.com/office/drawing/2014/main" id="{1DC19CF5-214A-0158-8179-AAA7FDE1E0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7" name="Oval 5">
              <a:extLst>
                <a:ext uri="{FF2B5EF4-FFF2-40B4-BE49-F238E27FC236}">
                  <a16:creationId xmlns:a16="http://schemas.microsoft.com/office/drawing/2014/main" id="{45F3EEF8-07A2-F2BA-C2D9-E922C9DA28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8" name="Oval 6">
              <a:extLst>
                <a:ext uri="{FF2B5EF4-FFF2-40B4-BE49-F238E27FC236}">
                  <a16:creationId xmlns:a16="http://schemas.microsoft.com/office/drawing/2014/main" id="{7E5FA2A1-8AB2-4D2D-B185-774EDF35C5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9" name="Oval 7">
              <a:extLst>
                <a:ext uri="{FF2B5EF4-FFF2-40B4-BE49-F238E27FC236}">
                  <a16:creationId xmlns:a16="http://schemas.microsoft.com/office/drawing/2014/main" id="{FF5EC419-40D0-92F1-05FA-808201CD36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0" name="Oval 8">
              <a:extLst>
                <a:ext uri="{FF2B5EF4-FFF2-40B4-BE49-F238E27FC236}">
                  <a16:creationId xmlns:a16="http://schemas.microsoft.com/office/drawing/2014/main" id="{A7B4DCC7-05B7-F45F-E713-E3A158398F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1" name="Oval 9">
              <a:extLst>
                <a:ext uri="{FF2B5EF4-FFF2-40B4-BE49-F238E27FC236}">
                  <a16:creationId xmlns:a16="http://schemas.microsoft.com/office/drawing/2014/main" id="{B2E43923-701C-669E-CD3A-E9D2CB99B6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2" name="Oval 10">
              <a:extLst>
                <a:ext uri="{FF2B5EF4-FFF2-40B4-BE49-F238E27FC236}">
                  <a16:creationId xmlns:a16="http://schemas.microsoft.com/office/drawing/2014/main" id="{4C84A74D-2D3F-7F7E-37AB-85A744E758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3" name="Oval 11">
              <a:extLst>
                <a:ext uri="{FF2B5EF4-FFF2-40B4-BE49-F238E27FC236}">
                  <a16:creationId xmlns:a16="http://schemas.microsoft.com/office/drawing/2014/main" id="{33F24C44-F3C1-347D-AB0D-E86BAB8BD0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616DDF9A-DCB3-8EE5-FC56-F16BA8554AD9}"/>
              </a:ext>
            </a:extLst>
          </p:cNvPr>
          <p:cNvCxnSpPr>
            <a:cxnSpLocks/>
          </p:cNvCxnSpPr>
          <p:nvPr/>
        </p:nvCxnSpPr>
        <p:spPr>
          <a:xfrm flipH="1">
            <a:off x="1719294" y="4010025"/>
            <a:ext cx="1519206" cy="9505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56D37A23-8D54-5B78-CD92-E8BC5295BC08}"/>
              </a:ext>
            </a:extLst>
          </p:cNvPr>
          <p:cNvCxnSpPr>
            <a:cxnSpLocks/>
          </p:cNvCxnSpPr>
          <p:nvPr/>
        </p:nvCxnSpPr>
        <p:spPr>
          <a:xfrm>
            <a:off x="5888736" y="3361266"/>
            <a:ext cx="91440" cy="12893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145EE60C-3624-6711-1F00-6AE7736AEA1E}"/>
              </a:ext>
            </a:extLst>
          </p:cNvPr>
          <p:cNvCxnSpPr>
            <a:cxnSpLocks/>
          </p:cNvCxnSpPr>
          <p:nvPr/>
        </p:nvCxnSpPr>
        <p:spPr>
          <a:xfrm>
            <a:off x="5949244" y="4684888"/>
            <a:ext cx="677334" cy="13433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49A5F899-BDD6-634F-9752-BDE5701A3DDD}"/>
              </a:ext>
            </a:extLst>
          </p:cNvPr>
          <p:cNvCxnSpPr>
            <a:cxnSpLocks/>
          </p:cNvCxnSpPr>
          <p:nvPr/>
        </p:nvCxnSpPr>
        <p:spPr>
          <a:xfrm flipH="1">
            <a:off x="5934456" y="1925658"/>
            <a:ext cx="649224" cy="14447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6A820D35-8C89-0BAD-E70A-7652BE6B5EF8}"/>
              </a:ext>
            </a:extLst>
          </p:cNvPr>
          <p:cNvCxnSpPr>
            <a:cxnSpLocks/>
          </p:cNvCxnSpPr>
          <p:nvPr/>
        </p:nvCxnSpPr>
        <p:spPr>
          <a:xfrm>
            <a:off x="6574536" y="1925658"/>
            <a:ext cx="2323279" cy="149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851052FC-238E-A6F5-C7AF-A01C1CE8E18A}"/>
              </a:ext>
            </a:extLst>
          </p:cNvPr>
          <p:cNvGrpSpPr/>
          <p:nvPr/>
        </p:nvGrpSpPr>
        <p:grpSpPr>
          <a:xfrm>
            <a:off x="5681286" y="4558443"/>
            <a:ext cx="525968" cy="300901"/>
            <a:chOff x="967835" y="2541918"/>
            <a:chExt cx="1426054" cy="463051"/>
          </a:xfrm>
        </p:grpSpPr>
        <p:grpSp>
          <p:nvGrpSpPr>
            <p:cNvPr id="675" name="Group 93">
              <a:extLst>
                <a:ext uri="{FF2B5EF4-FFF2-40B4-BE49-F238E27FC236}">
                  <a16:creationId xmlns:a16="http://schemas.microsoft.com/office/drawing/2014/main" id="{5FEF90EC-4CF4-1BFD-07B6-4A49B05B38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77" name="Group 94">
                <a:extLst>
                  <a:ext uri="{FF2B5EF4-FFF2-40B4-BE49-F238E27FC236}">
                    <a16:creationId xmlns:a16="http://schemas.microsoft.com/office/drawing/2014/main" id="{8DAB6938-EB85-5961-BB39-12E8FC1AEC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79" name="AutoShape 95">
                  <a:extLst>
                    <a:ext uri="{FF2B5EF4-FFF2-40B4-BE49-F238E27FC236}">
                      <a16:creationId xmlns:a16="http://schemas.microsoft.com/office/drawing/2014/main" id="{8A3BB65E-B792-506B-667A-2B9F06FFA1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80" name="Group 96">
                  <a:extLst>
                    <a:ext uri="{FF2B5EF4-FFF2-40B4-BE49-F238E27FC236}">
                      <a16:creationId xmlns:a16="http://schemas.microsoft.com/office/drawing/2014/main" id="{3FBD695E-11DE-76A9-E6E4-CF2F7635E54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81" name="Group 97">
                    <a:extLst>
                      <a:ext uri="{FF2B5EF4-FFF2-40B4-BE49-F238E27FC236}">
                        <a16:creationId xmlns:a16="http://schemas.microsoft.com/office/drawing/2014/main" id="{C5A9A4CB-2A8E-02E3-23C2-CB2D5516152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91" name="Freeform 98">
                      <a:extLst>
                        <a:ext uri="{FF2B5EF4-FFF2-40B4-BE49-F238E27FC236}">
                          <a16:creationId xmlns:a16="http://schemas.microsoft.com/office/drawing/2014/main" id="{9CC9FA00-FE9F-198E-06DB-8E9AD33782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2" name="Freeform 99">
                      <a:extLst>
                        <a:ext uri="{FF2B5EF4-FFF2-40B4-BE49-F238E27FC236}">
                          <a16:creationId xmlns:a16="http://schemas.microsoft.com/office/drawing/2014/main" id="{ECD68935-BA70-3431-4C2E-C0034F2CAC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3" name="Freeform 100">
                      <a:extLst>
                        <a:ext uri="{FF2B5EF4-FFF2-40B4-BE49-F238E27FC236}">
                          <a16:creationId xmlns:a16="http://schemas.microsoft.com/office/drawing/2014/main" id="{3E25EE7C-783D-6958-35B4-B3BB086B7A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4" name="Freeform 101">
                      <a:extLst>
                        <a:ext uri="{FF2B5EF4-FFF2-40B4-BE49-F238E27FC236}">
                          <a16:creationId xmlns:a16="http://schemas.microsoft.com/office/drawing/2014/main" id="{E8FF5158-6E10-1884-9726-F87B6F6825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5" name="Freeform 102">
                      <a:extLst>
                        <a:ext uri="{FF2B5EF4-FFF2-40B4-BE49-F238E27FC236}">
                          <a16:creationId xmlns:a16="http://schemas.microsoft.com/office/drawing/2014/main" id="{0972AE0E-A44F-FC17-638C-AF9B673DAD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6" name="Freeform 103">
                      <a:extLst>
                        <a:ext uri="{FF2B5EF4-FFF2-40B4-BE49-F238E27FC236}">
                          <a16:creationId xmlns:a16="http://schemas.microsoft.com/office/drawing/2014/main" id="{997C9358-6A8B-5FFB-8135-48270A6E5B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7" name="Freeform 104">
                      <a:extLst>
                        <a:ext uri="{FF2B5EF4-FFF2-40B4-BE49-F238E27FC236}">
                          <a16:creationId xmlns:a16="http://schemas.microsoft.com/office/drawing/2014/main" id="{14018B6E-F2A4-F6EF-7146-879D39E9FF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8" name="Freeform 105">
                      <a:extLst>
                        <a:ext uri="{FF2B5EF4-FFF2-40B4-BE49-F238E27FC236}">
                          <a16:creationId xmlns:a16="http://schemas.microsoft.com/office/drawing/2014/main" id="{401E6AD5-7FFD-3E65-487F-11B0996EEF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82" name="Group 106">
                    <a:extLst>
                      <a:ext uri="{FF2B5EF4-FFF2-40B4-BE49-F238E27FC236}">
                        <a16:creationId xmlns:a16="http://schemas.microsoft.com/office/drawing/2014/main" id="{8C5BE782-AA3F-1454-469C-CF25AADCEF4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83" name="Freeform 107">
                      <a:extLst>
                        <a:ext uri="{FF2B5EF4-FFF2-40B4-BE49-F238E27FC236}">
                          <a16:creationId xmlns:a16="http://schemas.microsoft.com/office/drawing/2014/main" id="{D589BDB3-F96C-0460-41B5-8748F6093C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4" name="Freeform 108">
                      <a:extLst>
                        <a:ext uri="{FF2B5EF4-FFF2-40B4-BE49-F238E27FC236}">
                          <a16:creationId xmlns:a16="http://schemas.microsoft.com/office/drawing/2014/main" id="{E6A08E8E-A791-3F6A-F468-1EEF4FB533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5" name="Freeform 109">
                      <a:extLst>
                        <a:ext uri="{FF2B5EF4-FFF2-40B4-BE49-F238E27FC236}">
                          <a16:creationId xmlns:a16="http://schemas.microsoft.com/office/drawing/2014/main" id="{2DDE4340-6DB4-B747-4E49-07FEDFA3E7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6" name="Freeform 110">
                      <a:extLst>
                        <a:ext uri="{FF2B5EF4-FFF2-40B4-BE49-F238E27FC236}">
                          <a16:creationId xmlns:a16="http://schemas.microsoft.com/office/drawing/2014/main" id="{A2471F9F-1D84-0A14-5760-7B9EABD3F02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7" name="Freeform 111">
                      <a:extLst>
                        <a:ext uri="{FF2B5EF4-FFF2-40B4-BE49-F238E27FC236}">
                          <a16:creationId xmlns:a16="http://schemas.microsoft.com/office/drawing/2014/main" id="{C630ACF3-88E8-33E2-DBD6-95D2FA62D9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8" name="Freeform 112">
                      <a:extLst>
                        <a:ext uri="{FF2B5EF4-FFF2-40B4-BE49-F238E27FC236}">
                          <a16:creationId xmlns:a16="http://schemas.microsoft.com/office/drawing/2014/main" id="{8D35A642-B044-EB93-0446-A9E430DD7A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89" name="Freeform 113">
                      <a:extLst>
                        <a:ext uri="{FF2B5EF4-FFF2-40B4-BE49-F238E27FC236}">
                          <a16:creationId xmlns:a16="http://schemas.microsoft.com/office/drawing/2014/main" id="{64EB4A9C-EB09-6C62-C2C5-CCE820900A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690" name="Freeform 114">
                      <a:extLst>
                        <a:ext uri="{FF2B5EF4-FFF2-40B4-BE49-F238E27FC236}">
                          <a16:creationId xmlns:a16="http://schemas.microsoft.com/office/drawing/2014/main" id="{23A86A9B-39FD-7D7B-9EFB-AA13510CE7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78" name="WordArt 115">
                <a:extLst>
                  <a:ext uri="{FF2B5EF4-FFF2-40B4-BE49-F238E27FC236}">
                    <a16:creationId xmlns:a16="http://schemas.microsoft.com/office/drawing/2014/main" id="{7A2B4036-F57D-5EA7-8488-A690793867A0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76" name="WordArt 68">
              <a:extLst>
                <a:ext uri="{FF2B5EF4-FFF2-40B4-BE49-F238E27FC236}">
                  <a16:creationId xmlns:a16="http://schemas.microsoft.com/office/drawing/2014/main" id="{890C3AF8-5B7C-3774-8BC4-1025A4D478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as50r1</a:t>
              </a:r>
            </a:p>
          </p:txBody>
        </p:sp>
      </p:grp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8F614719-F645-D618-2EF0-6FE16EF8B34C}"/>
              </a:ext>
            </a:extLst>
          </p:cNvPr>
          <p:cNvCxnSpPr>
            <a:cxnSpLocks/>
          </p:cNvCxnSpPr>
          <p:nvPr/>
        </p:nvCxnSpPr>
        <p:spPr>
          <a:xfrm>
            <a:off x="4343400" y="2483442"/>
            <a:ext cx="1408176" cy="9326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02A1B451-6780-79EE-2479-9F2E5EEC4C1E}"/>
              </a:ext>
            </a:extLst>
          </p:cNvPr>
          <p:cNvCxnSpPr>
            <a:cxnSpLocks/>
          </p:cNvCxnSpPr>
          <p:nvPr/>
        </p:nvCxnSpPr>
        <p:spPr>
          <a:xfrm flipV="1">
            <a:off x="4416552" y="1898226"/>
            <a:ext cx="2112264" cy="5303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E6897AE-B123-565D-2A38-9CC312FD7FB4}"/>
              </a:ext>
            </a:extLst>
          </p:cNvPr>
          <p:cNvGrpSpPr/>
          <p:nvPr/>
        </p:nvGrpSpPr>
        <p:grpSpPr>
          <a:xfrm>
            <a:off x="5636217" y="3233236"/>
            <a:ext cx="525968" cy="300901"/>
            <a:chOff x="967835" y="2541918"/>
            <a:chExt cx="1426054" cy="463051"/>
          </a:xfrm>
        </p:grpSpPr>
        <p:grpSp>
          <p:nvGrpSpPr>
            <p:cNvPr id="86" name="Group 93">
              <a:extLst>
                <a:ext uri="{FF2B5EF4-FFF2-40B4-BE49-F238E27FC236}">
                  <a16:creationId xmlns:a16="http://schemas.microsoft.com/office/drawing/2014/main" id="{AF43DDE3-AF9E-C923-5B94-1CB269F021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88" name="Group 94">
                <a:extLst>
                  <a:ext uri="{FF2B5EF4-FFF2-40B4-BE49-F238E27FC236}">
                    <a16:creationId xmlns:a16="http://schemas.microsoft.com/office/drawing/2014/main" id="{2BEC57A6-309F-45B7-E8F8-F8DD47090B6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90" name="AutoShape 95">
                  <a:extLst>
                    <a:ext uri="{FF2B5EF4-FFF2-40B4-BE49-F238E27FC236}">
                      <a16:creationId xmlns:a16="http://schemas.microsoft.com/office/drawing/2014/main" id="{B281168B-0EEA-0130-0D2E-6744B73948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91" name="Group 96">
                  <a:extLst>
                    <a:ext uri="{FF2B5EF4-FFF2-40B4-BE49-F238E27FC236}">
                      <a16:creationId xmlns:a16="http://schemas.microsoft.com/office/drawing/2014/main" id="{92BB2F17-C456-80A0-4675-4E38617BB83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92" name="Group 97">
                    <a:extLst>
                      <a:ext uri="{FF2B5EF4-FFF2-40B4-BE49-F238E27FC236}">
                        <a16:creationId xmlns:a16="http://schemas.microsoft.com/office/drawing/2014/main" id="{B2BFB31D-EAB0-5C47-81B3-3DDED8D4856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02" name="Freeform 98">
                      <a:extLst>
                        <a:ext uri="{FF2B5EF4-FFF2-40B4-BE49-F238E27FC236}">
                          <a16:creationId xmlns:a16="http://schemas.microsoft.com/office/drawing/2014/main" id="{C3FF9A52-F539-90AE-DA46-07C6AF0D4E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" name="Freeform 99">
                      <a:extLst>
                        <a:ext uri="{FF2B5EF4-FFF2-40B4-BE49-F238E27FC236}">
                          <a16:creationId xmlns:a16="http://schemas.microsoft.com/office/drawing/2014/main" id="{367D9839-EEF9-D28A-E31A-B94D4BA0F2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4" name="Freeform 100">
                      <a:extLst>
                        <a:ext uri="{FF2B5EF4-FFF2-40B4-BE49-F238E27FC236}">
                          <a16:creationId xmlns:a16="http://schemas.microsoft.com/office/drawing/2014/main" id="{436A1B8A-C56D-2ECB-CC6C-6A6FCA6E37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5" name="Freeform 101">
                      <a:extLst>
                        <a:ext uri="{FF2B5EF4-FFF2-40B4-BE49-F238E27FC236}">
                          <a16:creationId xmlns:a16="http://schemas.microsoft.com/office/drawing/2014/main" id="{30B355F9-105C-764D-5D64-CA266DD719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6" name="Freeform 102">
                      <a:extLst>
                        <a:ext uri="{FF2B5EF4-FFF2-40B4-BE49-F238E27FC236}">
                          <a16:creationId xmlns:a16="http://schemas.microsoft.com/office/drawing/2014/main" id="{37759312-B4DA-4F90-105B-88F149B1CB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7" name="Freeform 103">
                      <a:extLst>
                        <a:ext uri="{FF2B5EF4-FFF2-40B4-BE49-F238E27FC236}">
                          <a16:creationId xmlns:a16="http://schemas.microsoft.com/office/drawing/2014/main" id="{52CEABF2-41B5-64D2-F265-030C23BD7B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8" name="Freeform 104">
                      <a:extLst>
                        <a:ext uri="{FF2B5EF4-FFF2-40B4-BE49-F238E27FC236}">
                          <a16:creationId xmlns:a16="http://schemas.microsoft.com/office/drawing/2014/main" id="{DBB06277-0FE1-5CEF-89A4-48BAD7E22D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9" name="Freeform 105">
                      <a:extLst>
                        <a:ext uri="{FF2B5EF4-FFF2-40B4-BE49-F238E27FC236}">
                          <a16:creationId xmlns:a16="http://schemas.microsoft.com/office/drawing/2014/main" id="{B2EE6A6D-BE3A-70CF-9083-A018482102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93" name="Group 106">
                    <a:extLst>
                      <a:ext uri="{FF2B5EF4-FFF2-40B4-BE49-F238E27FC236}">
                        <a16:creationId xmlns:a16="http://schemas.microsoft.com/office/drawing/2014/main" id="{1591B5E4-F11E-E509-8B7F-AE902A7C351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94" name="Freeform 107">
                      <a:extLst>
                        <a:ext uri="{FF2B5EF4-FFF2-40B4-BE49-F238E27FC236}">
                          <a16:creationId xmlns:a16="http://schemas.microsoft.com/office/drawing/2014/main" id="{D328B36F-0731-C122-667B-B359234AF2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5" name="Freeform 108">
                      <a:extLst>
                        <a:ext uri="{FF2B5EF4-FFF2-40B4-BE49-F238E27FC236}">
                          <a16:creationId xmlns:a16="http://schemas.microsoft.com/office/drawing/2014/main" id="{2DDE9561-3EEB-0F4B-E72E-C7DAD54BDC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6" name="Freeform 109">
                      <a:extLst>
                        <a:ext uri="{FF2B5EF4-FFF2-40B4-BE49-F238E27FC236}">
                          <a16:creationId xmlns:a16="http://schemas.microsoft.com/office/drawing/2014/main" id="{654D5BB9-4BA8-9AD4-7F64-65BCE60618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7" name="Freeform 110">
                      <a:extLst>
                        <a:ext uri="{FF2B5EF4-FFF2-40B4-BE49-F238E27FC236}">
                          <a16:creationId xmlns:a16="http://schemas.microsoft.com/office/drawing/2014/main" id="{68648668-C24A-77A5-18A9-7AAEFDF2D7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8" name="Freeform 111">
                      <a:extLst>
                        <a:ext uri="{FF2B5EF4-FFF2-40B4-BE49-F238E27FC236}">
                          <a16:creationId xmlns:a16="http://schemas.microsoft.com/office/drawing/2014/main" id="{084AE6D4-089F-EF27-6F5B-97A9CED795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99" name="Freeform 112">
                      <a:extLst>
                        <a:ext uri="{FF2B5EF4-FFF2-40B4-BE49-F238E27FC236}">
                          <a16:creationId xmlns:a16="http://schemas.microsoft.com/office/drawing/2014/main" id="{F07A0717-84DD-0E87-1A69-61191474F4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0" name="Freeform 113">
                      <a:extLst>
                        <a:ext uri="{FF2B5EF4-FFF2-40B4-BE49-F238E27FC236}">
                          <a16:creationId xmlns:a16="http://schemas.microsoft.com/office/drawing/2014/main" id="{1181A014-0B4D-B1DB-9B7E-8BD2E1AD85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1" name="Freeform 114">
                      <a:extLst>
                        <a:ext uri="{FF2B5EF4-FFF2-40B4-BE49-F238E27FC236}">
                          <a16:creationId xmlns:a16="http://schemas.microsoft.com/office/drawing/2014/main" id="{2978CFDE-BB1C-BC94-EB97-83C48A9AB4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89" name="WordArt 115">
                <a:extLst>
                  <a:ext uri="{FF2B5EF4-FFF2-40B4-BE49-F238E27FC236}">
                    <a16:creationId xmlns:a16="http://schemas.microsoft.com/office/drawing/2014/main" id="{7738F86C-2A38-2438-F253-C7BA5D3FF19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87" name="WordArt 68">
              <a:extLst>
                <a:ext uri="{FF2B5EF4-FFF2-40B4-BE49-F238E27FC236}">
                  <a16:creationId xmlns:a16="http://schemas.microsoft.com/office/drawing/2014/main" id="{923AA6FB-AB8F-FE13-8E36-7781FECD1B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as1stockholm</a:t>
              </a:r>
            </a:p>
          </p:txBody>
        </p:sp>
      </p:grp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FFFAA61A-6C74-3923-5CE7-CD1082C4FDF2}"/>
              </a:ext>
            </a:extLst>
          </p:cNvPr>
          <p:cNvCxnSpPr>
            <a:cxnSpLocks/>
          </p:cNvCxnSpPr>
          <p:nvPr/>
        </p:nvCxnSpPr>
        <p:spPr>
          <a:xfrm flipV="1">
            <a:off x="3276600" y="2465154"/>
            <a:ext cx="1030224" cy="152582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2137FC9-F38F-2B81-010F-FB3A697D72C3}"/>
              </a:ext>
            </a:extLst>
          </p:cNvPr>
          <p:cNvGrpSpPr/>
          <p:nvPr/>
        </p:nvGrpSpPr>
        <p:grpSpPr>
          <a:xfrm>
            <a:off x="4083189" y="2310124"/>
            <a:ext cx="525968" cy="300901"/>
            <a:chOff x="967835" y="2541918"/>
            <a:chExt cx="1426054" cy="463051"/>
          </a:xfrm>
        </p:grpSpPr>
        <p:grpSp>
          <p:nvGrpSpPr>
            <p:cNvPr id="61" name="Group 93">
              <a:extLst>
                <a:ext uri="{FF2B5EF4-FFF2-40B4-BE49-F238E27FC236}">
                  <a16:creationId xmlns:a16="http://schemas.microsoft.com/office/drawing/2014/main" id="{D2218C9A-41CF-8A9F-2F91-FEBA6407E6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3" name="Group 94">
                <a:extLst>
                  <a:ext uri="{FF2B5EF4-FFF2-40B4-BE49-F238E27FC236}">
                    <a16:creationId xmlns:a16="http://schemas.microsoft.com/office/drawing/2014/main" id="{F68D0A0F-D7FA-8661-4EF6-F0980834BC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5" name="AutoShape 95">
                  <a:extLst>
                    <a:ext uri="{FF2B5EF4-FFF2-40B4-BE49-F238E27FC236}">
                      <a16:creationId xmlns:a16="http://schemas.microsoft.com/office/drawing/2014/main" id="{692070C5-58A2-5205-1ADD-17BAC4304A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6" name="Group 96">
                  <a:extLst>
                    <a:ext uri="{FF2B5EF4-FFF2-40B4-BE49-F238E27FC236}">
                      <a16:creationId xmlns:a16="http://schemas.microsoft.com/office/drawing/2014/main" id="{407EBA3C-B90E-E837-1239-234E7B0AE4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7" name="Group 97">
                    <a:extLst>
                      <a:ext uri="{FF2B5EF4-FFF2-40B4-BE49-F238E27FC236}">
                        <a16:creationId xmlns:a16="http://schemas.microsoft.com/office/drawing/2014/main" id="{9173636B-5F62-79B1-C8C6-90B62664CD5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77" name="Freeform 98">
                      <a:extLst>
                        <a:ext uri="{FF2B5EF4-FFF2-40B4-BE49-F238E27FC236}">
                          <a16:creationId xmlns:a16="http://schemas.microsoft.com/office/drawing/2014/main" id="{1652D43D-D757-46B2-A887-5350BD1699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8" name="Freeform 99">
                      <a:extLst>
                        <a:ext uri="{FF2B5EF4-FFF2-40B4-BE49-F238E27FC236}">
                          <a16:creationId xmlns:a16="http://schemas.microsoft.com/office/drawing/2014/main" id="{6C8D6A52-14AD-864F-B9B9-4D26D139C5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9" name="Freeform 100">
                      <a:extLst>
                        <a:ext uri="{FF2B5EF4-FFF2-40B4-BE49-F238E27FC236}">
                          <a16:creationId xmlns:a16="http://schemas.microsoft.com/office/drawing/2014/main" id="{BBC8601A-078E-09B4-5EDC-92EAC29049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0" name="Freeform 101">
                      <a:extLst>
                        <a:ext uri="{FF2B5EF4-FFF2-40B4-BE49-F238E27FC236}">
                          <a16:creationId xmlns:a16="http://schemas.microsoft.com/office/drawing/2014/main" id="{4DC40D35-3DC0-1DFE-DB2E-5E3D90FB89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1" name="Freeform 102">
                      <a:extLst>
                        <a:ext uri="{FF2B5EF4-FFF2-40B4-BE49-F238E27FC236}">
                          <a16:creationId xmlns:a16="http://schemas.microsoft.com/office/drawing/2014/main" id="{A0695A7B-2864-EA09-FF46-31D7499C35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2" name="Freeform 103">
                      <a:extLst>
                        <a:ext uri="{FF2B5EF4-FFF2-40B4-BE49-F238E27FC236}">
                          <a16:creationId xmlns:a16="http://schemas.microsoft.com/office/drawing/2014/main" id="{0E16EEFC-6EB3-672A-0989-2146FFB0BE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3" name="Freeform 104">
                      <a:extLst>
                        <a:ext uri="{FF2B5EF4-FFF2-40B4-BE49-F238E27FC236}">
                          <a16:creationId xmlns:a16="http://schemas.microsoft.com/office/drawing/2014/main" id="{50A27E7B-496C-C900-729E-406366ED15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84" name="Freeform 105">
                      <a:extLst>
                        <a:ext uri="{FF2B5EF4-FFF2-40B4-BE49-F238E27FC236}">
                          <a16:creationId xmlns:a16="http://schemas.microsoft.com/office/drawing/2014/main" id="{DF6369BF-16C1-93EC-539A-DB234A3A21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68" name="Group 106">
                    <a:extLst>
                      <a:ext uri="{FF2B5EF4-FFF2-40B4-BE49-F238E27FC236}">
                        <a16:creationId xmlns:a16="http://schemas.microsoft.com/office/drawing/2014/main" id="{E494B0F5-9D6E-3855-7787-94B83A8F25F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69" name="Freeform 107">
                      <a:extLst>
                        <a:ext uri="{FF2B5EF4-FFF2-40B4-BE49-F238E27FC236}">
                          <a16:creationId xmlns:a16="http://schemas.microsoft.com/office/drawing/2014/main" id="{7046A365-2505-BE0C-E4A6-3356E71108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0" name="Freeform 108">
                      <a:extLst>
                        <a:ext uri="{FF2B5EF4-FFF2-40B4-BE49-F238E27FC236}">
                          <a16:creationId xmlns:a16="http://schemas.microsoft.com/office/drawing/2014/main" id="{CA6C5F33-9583-824B-40B8-E3BD135967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1" name="Freeform 109">
                      <a:extLst>
                        <a:ext uri="{FF2B5EF4-FFF2-40B4-BE49-F238E27FC236}">
                          <a16:creationId xmlns:a16="http://schemas.microsoft.com/office/drawing/2014/main" id="{BF9DA1EE-7C8C-C086-04F4-9078D0548E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2" name="Freeform 110">
                      <a:extLst>
                        <a:ext uri="{FF2B5EF4-FFF2-40B4-BE49-F238E27FC236}">
                          <a16:creationId xmlns:a16="http://schemas.microsoft.com/office/drawing/2014/main" id="{8BBFB154-2954-960D-0BC7-4226B33BC0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3" name="Freeform 111">
                      <a:extLst>
                        <a:ext uri="{FF2B5EF4-FFF2-40B4-BE49-F238E27FC236}">
                          <a16:creationId xmlns:a16="http://schemas.microsoft.com/office/drawing/2014/main" id="{116C8077-7BC1-697B-3647-F9C99E6630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4" name="Freeform 112">
                      <a:extLst>
                        <a:ext uri="{FF2B5EF4-FFF2-40B4-BE49-F238E27FC236}">
                          <a16:creationId xmlns:a16="http://schemas.microsoft.com/office/drawing/2014/main" id="{807FD2BD-23D9-87EF-98E0-006E7CB05E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5" name="Freeform 113">
                      <a:extLst>
                        <a:ext uri="{FF2B5EF4-FFF2-40B4-BE49-F238E27FC236}">
                          <a16:creationId xmlns:a16="http://schemas.microsoft.com/office/drawing/2014/main" id="{C6BF536F-41A0-70A0-EF10-90034EAF41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76" name="Freeform 114">
                      <a:extLst>
                        <a:ext uri="{FF2B5EF4-FFF2-40B4-BE49-F238E27FC236}">
                          <a16:creationId xmlns:a16="http://schemas.microsoft.com/office/drawing/2014/main" id="{8934D900-F90E-3BD7-F247-160A5327CE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64" name="WordArt 115">
                <a:extLst>
                  <a:ext uri="{FF2B5EF4-FFF2-40B4-BE49-F238E27FC236}">
                    <a16:creationId xmlns:a16="http://schemas.microsoft.com/office/drawing/2014/main" id="{FF7A9451-FA31-EFF6-636C-2FA585E5E3F9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2" name="WordArt 68">
              <a:extLst>
                <a:ext uri="{FF2B5EF4-FFF2-40B4-BE49-F238E27FC236}">
                  <a16:creationId xmlns:a16="http://schemas.microsoft.com/office/drawing/2014/main" id="{D4C0DA38-0EA9-F0BD-DC72-82D3584B9F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as1rome</a:t>
              </a:r>
            </a:p>
          </p:txBody>
        </p:sp>
      </p:grp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59320279-2FD2-3D7B-1F6C-48BBDF426094}"/>
              </a:ext>
            </a:extLst>
          </p:cNvPr>
          <p:cNvCxnSpPr>
            <a:cxnSpLocks/>
          </p:cNvCxnSpPr>
          <p:nvPr/>
        </p:nvCxnSpPr>
        <p:spPr>
          <a:xfrm>
            <a:off x="1682718" y="4988033"/>
            <a:ext cx="258971" cy="11812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006BF1C-13BD-765A-6A75-4994AF0A044F}"/>
              </a:ext>
            </a:extLst>
          </p:cNvPr>
          <p:cNvGrpSpPr/>
          <p:nvPr/>
        </p:nvGrpSpPr>
        <p:grpSpPr>
          <a:xfrm>
            <a:off x="1481084" y="4835475"/>
            <a:ext cx="525968" cy="300901"/>
            <a:chOff x="967835" y="2541918"/>
            <a:chExt cx="1426054" cy="463051"/>
          </a:xfrm>
        </p:grpSpPr>
        <p:grpSp>
          <p:nvGrpSpPr>
            <p:cNvPr id="216" name="Group 93">
              <a:extLst>
                <a:ext uri="{FF2B5EF4-FFF2-40B4-BE49-F238E27FC236}">
                  <a16:creationId xmlns:a16="http://schemas.microsoft.com/office/drawing/2014/main" id="{454EA5AE-5435-5427-A0FC-357B7C08B1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218" name="Group 94">
                <a:extLst>
                  <a:ext uri="{FF2B5EF4-FFF2-40B4-BE49-F238E27FC236}">
                    <a16:creationId xmlns:a16="http://schemas.microsoft.com/office/drawing/2014/main" id="{9E411A7B-0FD9-E3A4-DAD2-A3C5A911A7E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220" name="AutoShape 95">
                  <a:extLst>
                    <a:ext uri="{FF2B5EF4-FFF2-40B4-BE49-F238E27FC236}">
                      <a16:creationId xmlns:a16="http://schemas.microsoft.com/office/drawing/2014/main" id="{766D281E-53EB-8C70-0F18-5EBBB69A2C5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21" name="Group 96">
                  <a:extLst>
                    <a:ext uri="{FF2B5EF4-FFF2-40B4-BE49-F238E27FC236}">
                      <a16:creationId xmlns:a16="http://schemas.microsoft.com/office/drawing/2014/main" id="{C1AF29CA-9316-8D55-D477-719E18F5D6C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22" name="Group 97">
                    <a:extLst>
                      <a:ext uri="{FF2B5EF4-FFF2-40B4-BE49-F238E27FC236}">
                        <a16:creationId xmlns:a16="http://schemas.microsoft.com/office/drawing/2014/main" id="{4CF605F3-596B-150F-B589-D2B6B6D480C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232" name="Freeform 98">
                      <a:extLst>
                        <a:ext uri="{FF2B5EF4-FFF2-40B4-BE49-F238E27FC236}">
                          <a16:creationId xmlns:a16="http://schemas.microsoft.com/office/drawing/2014/main" id="{7BD2FDB7-5E2D-9276-5DB6-81492364F4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3" name="Freeform 99">
                      <a:extLst>
                        <a:ext uri="{FF2B5EF4-FFF2-40B4-BE49-F238E27FC236}">
                          <a16:creationId xmlns:a16="http://schemas.microsoft.com/office/drawing/2014/main" id="{8F9310BF-6E45-F03B-F96A-F6CB0B4771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4" name="Freeform 100">
                      <a:extLst>
                        <a:ext uri="{FF2B5EF4-FFF2-40B4-BE49-F238E27FC236}">
                          <a16:creationId xmlns:a16="http://schemas.microsoft.com/office/drawing/2014/main" id="{7A7BD262-4C2B-482B-5F10-50F79867BE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5" name="Freeform 101">
                      <a:extLst>
                        <a:ext uri="{FF2B5EF4-FFF2-40B4-BE49-F238E27FC236}">
                          <a16:creationId xmlns:a16="http://schemas.microsoft.com/office/drawing/2014/main" id="{D9DBAD55-A6E0-04A5-039A-B1E96992BE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6" name="Freeform 102">
                      <a:extLst>
                        <a:ext uri="{FF2B5EF4-FFF2-40B4-BE49-F238E27FC236}">
                          <a16:creationId xmlns:a16="http://schemas.microsoft.com/office/drawing/2014/main" id="{6913E522-57D8-6D3C-02A5-F9760480CB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7" name="Freeform 103">
                      <a:extLst>
                        <a:ext uri="{FF2B5EF4-FFF2-40B4-BE49-F238E27FC236}">
                          <a16:creationId xmlns:a16="http://schemas.microsoft.com/office/drawing/2014/main" id="{6321D740-0FA3-3D5E-22FE-3FF217A436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8" name="Freeform 104">
                      <a:extLst>
                        <a:ext uri="{FF2B5EF4-FFF2-40B4-BE49-F238E27FC236}">
                          <a16:creationId xmlns:a16="http://schemas.microsoft.com/office/drawing/2014/main" id="{FD658BA6-3A8D-62C7-76C9-D130D8BCFB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9" name="Freeform 105">
                      <a:extLst>
                        <a:ext uri="{FF2B5EF4-FFF2-40B4-BE49-F238E27FC236}">
                          <a16:creationId xmlns:a16="http://schemas.microsoft.com/office/drawing/2014/main" id="{0B9AC16B-7D49-4879-7841-98A7938BF3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23" name="Group 106">
                    <a:extLst>
                      <a:ext uri="{FF2B5EF4-FFF2-40B4-BE49-F238E27FC236}">
                        <a16:creationId xmlns:a16="http://schemas.microsoft.com/office/drawing/2014/main" id="{1F61D773-FCA5-50F2-B79E-C0C97CD3405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4" name="Freeform 107">
                      <a:extLst>
                        <a:ext uri="{FF2B5EF4-FFF2-40B4-BE49-F238E27FC236}">
                          <a16:creationId xmlns:a16="http://schemas.microsoft.com/office/drawing/2014/main" id="{EF67E3BB-6398-63C8-E362-BC7AFCC5F2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5" name="Freeform 108">
                      <a:extLst>
                        <a:ext uri="{FF2B5EF4-FFF2-40B4-BE49-F238E27FC236}">
                          <a16:creationId xmlns:a16="http://schemas.microsoft.com/office/drawing/2014/main" id="{F8A8FC8B-3D25-EB50-7A6C-EF4CC823AE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6" name="Freeform 109">
                      <a:extLst>
                        <a:ext uri="{FF2B5EF4-FFF2-40B4-BE49-F238E27FC236}">
                          <a16:creationId xmlns:a16="http://schemas.microsoft.com/office/drawing/2014/main" id="{A60E5E1C-9D3D-7217-3B5E-9539DECC2F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7" name="Freeform 110">
                      <a:extLst>
                        <a:ext uri="{FF2B5EF4-FFF2-40B4-BE49-F238E27FC236}">
                          <a16:creationId xmlns:a16="http://schemas.microsoft.com/office/drawing/2014/main" id="{C173348B-9A59-8C42-6331-A2EB961F9E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8" name="Freeform 111">
                      <a:extLst>
                        <a:ext uri="{FF2B5EF4-FFF2-40B4-BE49-F238E27FC236}">
                          <a16:creationId xmlns:a16="http://schemas.microsoft.com/office/drawing/2014/main" id="{78BEF980-9E13-C5A8-3A35-28FCC154CA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29" name="Freeform 112">
                      <a:extLst>
                        <a:ext uri="{FF2B5EF4-FFF2-40B4-BE49-F238E27FC236}">
                          <a16:creationId xmlns:a16="http://schemas.microsoft.com/office/drawing/2014/main" id="{BABB9EE6-31D0-337C-5E85-4B60DC2973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0" name="Freeform 113">
                      <a:extLst>
                        <a:ext uri="{FF2B5EF4-FFF2-40B4-BE49-F238E27FC236}">
                          <a16:creationId xmlns:a16="http://schemas.microsoft.com/office/drawing/2014/main" id="{0F5792A1-B752-A538-01DC-F3D402AB2B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31" name="Freeform 114">
                      <a:extLst>
                        <a:ext uri="{FF2B5EF4-FFF2-40B4-BE49-F238E27FC236}">
                          <a16:creationId xmlns:a16="http://schemas.microsoft.com/office/drawing/2014/main" id="{B6CF9564-AC0B-CC48-5EC4-C3A81BC11C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219" name="WordArt 115">
                <a:extLst>
                  <a:ext uri="{FF2B5EF4-FFF2-40B4-BE49-F238E27FC236}">
                    <a16:creationId xmlns:a16="http://schemas.microsoft.com/office/drawing/2014/main" id="{B439AD92-F009-E2D0-1E88-2E432E55223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17" name="WordArt 68">
              <a:extLst>
                <a:ext uri="{FF2B5EF4-FFF2-40B4-BE49-F238E27FC236}">
                  <a16:creationId xmlns:a16="http://schemas.microsoft.com/office/drawing/2014/main" id="{6060DDAB-1E62-2B17-B007-6280E8360F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as40r1</a:t>
              </a:r>
            </a:p>
          </p:txBody>
        </p:sp>
      </p:grp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566DFDD4-F0AC-3914-D416-0CA1621B098D}"/>
              </a:ext>
            </a:extLst>
          </p:cNvPr>
          <p:cNvCxnSpPr>
            <a:cxnSpLocks/>
          </p:cNvCxnSpPr>
          <p:nvPr/>
        </p:nvCxnSpPr>
        <p:spPr>
          <a:xfrm flipH="1">
            <a:off x="4786489" y="6050845"/>
            <a:ext cx="1885244" cy="117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24C5A3F-C98F-D3CC-106C-44F81494FCC5}"/>
              </a:ext>
            </a:extLst>
          </p:cNvPr>
          <p:cNvGrpSpPr/>
          <p:nvPr/>
        </p:nvGrpSpPr>
        <p:grpSpPr>
          <a:xfrm>
            <a:off x="6343170" y="5902940"/>
            <a:ext cx="525968" cy="300901"/>
            <a:chOff x="967835" y="2541918"/>
            <a:chExt cx="1426054" cy="463051"/>
          </a:xfrm>
        </p:grpSpPr>
        <p:grpSp>
          <p:nvGrpSpPr>
            <p:cNvPr id="286" name="Group 93">
              <a:extLst>
                <a:ext uri="{FF2B5EF4-FFF2-40B4-BE49-F238E27FC236}">
                  <a16:creationId xmlns:a16="http://schemas.microsoft.com/office/drawing/2014/main" id="{21755C4C-DB60-0784-20C9-7699EE0BF7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288" name="Group 94">
                <a:extLst>
                  <a:ext uri="{FF2B5EF4-FFF2-40B4-BE49-F238E27FC236}">
                    <a16:creationId xmlns:a16="http://schemas.microsoft.com/office/drawing/2014/main" id="{781457B1-4B6B-A04A-EA15-4A6204A8F6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290" name="AutoShape 95">
                  <a:extLst>
                    <a:ext uri="{FF2B5EF4-FFF2-40B4-BE49-F238E27FC236}">
                      <a16:creationId xmlns:a16="http://schemas.microsoft.com/office/drawing/2014/main" id="{05BB4EE3-B27E-A8F4-5579-FD2EC2B5B48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91" name="Group 96">
                  <a:extLst>
                    <a:ext uri="{FF2B5EF4-FFF2-40B4-BE49-F238E27FC236}">
                      <a16:creationId xmlns:a16="http://schemas.microsoft.com/office/drawing/2014/main" id="{AB71CD1E-2B0F-6631-D32F-6E56377C0C1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92" name="Group 97">
                    <a:extLst>
                      <a:ext uri="{FF2B5EF4-FFF2-40B4-BE49-F238E27FC236}">
                        <a16:creationId xmlns:a16="http://schemas.microsoft.com/office/drawing/2014/main" id="{CE618B3D-189B-5278-D2CF-DB1E713FB23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02" name="Freeform 98">
                      <a:extLst>
                        <a:ext uri="{FF2B5EF4-FFF2-40B4-BE49-F238E27FC236}">
                          <a16:creationId xmlns:a16="http://schemas.microsoft.com/office/drawing/2014/main" id="{0BEB3140-4528-FF08-81B8-E6A4B7F152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3" name="Freeform 99">
                      <a:extLst>
                        <a:ext uri="{FF2B5EF4-FFF2-40B4-BE49-F238E27FC236}">
                          <a16:creationId xmlns:a16="http://schemas.microsoft.com/office/drawing/2014/main" id="{CD120C55-47E5-0D53-AE71-73C492A24F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4" name="Freeform 100">
                      <a:extLst>
                        <a:ext uri="{FF2B5EF4-FFF2-40B4-BE49-F238E27FC236}">
                          <a16:creationId xmlns:a16="http://schemas.microsoft.com/office/drawing/2014/main" id="{694A6749-6100-68F9-40F9-EE0A16EB39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5" name="Freeform 101">
                      <a:extLst>
                        <a:ext uri="{FF2B5EF4-FFF2-40B4-BE49-F238E27FC236}">
                          <a16:creationId xmlns:a16="http://schemas.microsoft.com/office/drawing/2014/main" id="{57C7DA29-54C5-C9DB-0137-15E3BB4C1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6" name="Freeform 102">
                      <a:extLst>
                        <a:ext uri="{FF2B5EF4-FFF2-40B4-BE49-F238E27FC236}">
                          <a16:creationId xmlns:a16="http://schemas.microsoft.com/office/drawing/2014/main" id="{0095F224-CC37-D5C5-1399-11F71A64AE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7" name="Freeform 103">
                      <a:extLst>
                        <a:ext uri="{FF2B5EF4-FFF2-40B4-BE49-F238E27FC236}">
                          <a16:creationId xmlns:a16="http://schemas.microsoft.com/office/drawing/2014/main" id="{547050EB-0497-E8E5-9B75-A752A1539B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8" name="Freeform 104">
                      <a:extLst>
                        <a:ext uri="{FF2B5EF4-FFF2-40B4-BE49-F238E27FC236}">
                          <a16:creationId xmlns:a16="http://schemas.microsoft.com/office/drawing/2014/main" id="{56A078B1-04F3-2175-AAB7-507C96DA58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9" name="Freeform 105">
                      <a:extLst>
                        <a:ext uri="{FF2B5EF4-FFF2-40B4-BE49-F238E27FC236}">
                          <a16:creationId xmlns:a16="http://schemas.microsoft.com/office/drawing/2014/main" id="{FACEAB16-39A0-9709-2F07-E0EC696437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293" name="Group 106">
                    <a:extLst>
                      <a:ext uri="{FF2B5EF4-FFF2-40B4-BE49-F238E27FC236}">
                        <a16:creationId xmlns:a16="http://schemas.microsoft.com/office/drawing/2014/main" id="{02017169-B984-FA8C-C0A3-DE6B5E56D28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94" name="Freeform 107">
                      <a:extLst>
                        <a:ext uri="{FF2B5EF4-FFF2-40B4-BE49-F238E27FC236}">
                          <a16:creationId xmlns:a16="http://schemas.microsoft.com/office/drawing/2014/main" id="{17CD08D6-C903-FE51-B2F7-A890B014A1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5" name="Freeform 108">
                      <a:extLst>
                        <a:ext uri="{FF2B5EF4-FFF2-40B4-BE49-F238E27FC236}">
                          <a16:creationId xmlns:a16="http://schemas.microsoft.com/office/drawing/2014/main" id="{7772940E-224F-F8A8-9599-233A8223A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6" name="Freeform 109">
                      <a:extLst>
                        <a:ext uri="{FF2B5EF4-FFF2-40B4-BE49-F238E27FC236}">
                          <a16:creationId xmlns:a16="http://schemas.microsoft.com/office/drawing/2014/main" id="{2E40762F-55C2-59AC-74B4-FBD62FE3FD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7" name="Freeform 110">
                      <a:extLst>
                        <a:ext uri="{FF2B5EF4-FFF2-40B4-BE49-F238E27FC236}">
                          <a16:creationId xmlns:a16="http://schemas.microsoft.com/office/drawing/2014/main" id="{6C32C2B0-2B19-BDDF-BA91-FF6EFB6DBD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8" name="Freeform 111">
                      <a:extLst>
                        <a:ext uri="{FF2B5EF4-FFF2-40B4-BE49-F238E27FC236}">
                          <a16:creationId xmlns:a16="http://schemas.microsoft.com/office/drawing/2014/main" id="{1CD67230-082F-094F-2526-679856A59E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299" name="Freeform 112">
                      <a:extLst>
                        <a:ext uri="{FF2B5EF4-FFF2-40B4-BE49-F238E27FC236}">
                          <a16:creationId xmlns:a16="http://schemas.microsoft.com/office/drawing/2014/main" id="{C3F935CF-A7D6-DD69-529A-2EB1A1387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0" name="Freeform 113">
                      <a:extLst>
                        <a:ext uri="{FF2B5EF4-FFF2-40B4-BE49-F238E27FC236}">
                          <a16:creationId xmlns:a16="http://schemas.microsoft.com/office/drawing/2014/main" id="{602194FF-BC7F-C2CC-4FFB-04712DA8FA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301" name="Freeform 114">
                      <a:extLst>
                        <a:ext uri="{FF2B5EF4-FFF2-40B4-BE49-F238E27FC236}">
                          <a16:creationId xmlns:a16="http://schemas.microsoft.com/office/drawing/2014/main" id="{993C26F2-1A64-719D-AB8D-27E3934147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289" name="WordArt 115">
                <a:extLst>
                  <a:ext uri="{FF2B5EF4-FFF2-40B4-BE49-F238E27FC236}">
                    <a16:creationId xmlns:a16="http://schemas.microsoft.com/office/drawing/2014/main" id="{9DA088BD-1849-B374-24DA-EDE2C71D302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87" name="WordArt 68">
              <a:extLst>
                <a:ext uri="{FF2B5EF4-FFF2-40B4-BE49-F238E27FC236}">
                  <a16:creationId xmlns:a16="http://schemas.microsoft.com/office/drawing/2014/main" id="{0F4A8010-5C05-CBDF-51FD-AF2F6C5AF0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as60r1</a:t>
              </a:r>
            </a:p>
          </p:txBody>
        </p:sp>
      </p:grp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C078E48F-C414-0190-0EA1-F6B9C74928EB}"/>
              </a:ext>
            </a:extLst>
          </p:cNvPr>
          <p:cNvCxnSpPr>
            <a:cxnSpLocks/>
          </p:cNvCxnSpPr>
          <p:nvPr/>
        </p:nvCxnSpPr>
        <p:spPr>
          <a:xfrm flipH="1">
            <a:off x="9508875" y="1354667"/>
            <a:ext cx="1576814" cy="7383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7639A3F2-CC49-3DB1-B3C1-246998760704}"/>
              </a:ext>
            </a:extLst>
          </p:cNvPr>
          <p:cNvGrpSpPr/>
          <p:nvPr/>
        </p:nvGrpSpPr>
        <p:grpSpPr>
          <a:xfrm>
            <a:off x="10877424" y="1149593"/>
            <a:ext cx="496383" cy="712800"/>
            <a:chOff x="8372271" y="14473101"/>
            <a:chExt cx="549698" cy="789360"/>
          </a:xfrm>
        </p:grpSpPr>
        <p:sp>
          <p:nvSpPr>
            <p:cNvPr id="800" name="Text Box 169">
              <a:extLst>
                <a:ext uri="{FF2B5EF4-FFF2-40B4-BE49-F238E27FC236}">
                  <a16:creationId xmlns:a16="http://schemas.microsoft.com/office/drawing/2014/main" id="{82A1FD22-EF6A-C614-8F36-1EA402D39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c3</a:t>
              </a:r>
            </a:p>
          </p:txBody>
        </p:sp>
        <p:pic>
          <p:nvPicPr>
            <p:cNvPr id="801" name="Picture 231">
              <a:extLst>
                <a:ext uri="{FF2B5EF4-FFF2-40B4-BE49-F238E27FC236}">
                  <a16:creationId xmlns:a16="http://schemas.microsoft.com/office/drawing/2014/main" id="{76F5C54B-6C5F-293C-426E-3B7C17B72C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849" name="Group 848">
            <a:extLst>
              <a:ext uri="{FF2B5EF4-FFF2-40B4-BE49-F238E27FC236}">
                <a16:creationId xmlns:a16="http://schemas.microsoft.com/office/drawing/2014/main" id="{3F248FF5-956C-3A6F-5FEC-35156E690A16}"/>
              </a:ext>
            </a:extLst>
          </p:cNvPr>
          <p:cNvGrpSpPr/>
          <p:nvPr/>
        </p:nvGrpSpPr>
        <p:grpSpPr>
          <a:xfrm>
            <a:off x="4507404" y="5864846"/>
            <a:ext cx="496383" cy="712800"/>
            <a:chOff x="8372271" y="14473101"/>
            <a:chExt cx="549698" cy="789360"/>
          </a:xfrm>
        </p:grpSpPr>
        <p:sp>
          <p:nvSpPr>
            <p:cNvPr id="850" name="Text Box 169">
              <a:extLst>
                <a:ext uri="{FF2B5EF4-FFF2-40B4-BE49-F238E27FC236}">
                  <a16:creationId xmlns:a16="http://schemas.microsoft.com/office/drawing/2014/main" id="{0897CCA0-1722-3024-1DB5-9CDBA9D6E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c2</a:t>
              </a:r>
            </a:p>
          </p:txBody>
        </p:sp>
        <p:pic>
          <p:nvPicPr>
            <p:cNvPr id="851" name="Picture 231">
              <a:extLst>
                <a:ext uri="{FF2B5EF4-FFF2-40B4-BE49-F238E27FC236}">
                  <a16:creationId xmlns:a16="http://schemas.microsoft.com/office/drawing/2014/main" id="{9E499309-0082-06D2-4B40-48DE738871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852" name="Group 851">
            <a:extLst>
              <a:ext uri="{FF2B5EF4-FFF2-40B4-BE49-F238E27FC236}">
                <a16:creationId xmlns:a16="http://schemas.microsoft.com/office/drawing/2014/main" id="{C2DBE147-9761-76EF-8C6E-B8395725C5A7}"/>
              </a:ext>
            </a:extLst>
          </p:cNvPr>
          <p:cNvGrpSpPr/>
          <p:nvPr/>
        </p:nvGrpSpPr>
        <p:grpSpPr>
          <a:xfrm>
            <a:off x="1693497" y="6126668"/>
            <a:ext cx="496383" cy="712800"/>
            <a:chOff x="8372271" y="14473101"/>
            <a:chExt cx="549698" cy="789360"/>
          </a:xfrm>
        </p:grpSpPr>
        <p:sp>
          <p:nvSpPr>
            <p:cNvPr id="853" name="Text Box 169">
              <a:extLst>
                <a:ext uri="{FF2B5EF4-FFF2-40B4-BE49-F238E27FC236}">
                  <a16:creationId xmlns:a16="http://schemas.microsoft.com/office/drawing/2014/main" id="{0CE67560-DCB4-5DD7-90F3-2DB0375B1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2271" y="14987379"/>
              <a:ext cx="458443" cy="27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c1</a:t>
              </a:r>
            </a:p>
          </p:txBody>
        </p:sp>
        <p:pic>
          <p:nvPicPr>
            <p:cNvPr id="854" name="Picture 231">
              <a:extLst>
                <a:ext uri="{FF2B5EF4-FFF2-40B4-BE49-F238E27FC236}">
                  <a16:creationId xmlns:a16="http://schemas.microsoft.com/office/drawing/2014/main" id="{12AB7294-82A4-7B90-F2DB-623DEEABA7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9681" y="14473101"/>
              <a:ext cx="522288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59AC54F9-FEE8-5EB0-D261-CF45A233A0C3}"/>
              </a:ext>
            </a:extLst>
          </p:cNvPr>
          <p:cNvCxnSpPr>
            <a:cxnSpLocks/>
          </p:cNvCxnSpPr>
          <p:nvPr/>
        </p:nvCxnSpPr>
        <p:spPr>
          <a:xfrm flipV="1">
            <a:off x="8891954" y="2074712"/>
            <a:ext cx="589489" cy="12780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BA4AFC0B-C188-D420-2197-0C903E6A3097}"/>
              </a:ext>
            </a:extLst>
          </p:cNvPr>
          <p:cNvGrpSpPr/>
          <p:nvPr/>
        </p:nvGrpSpPr>
        <p:grpSpPr>
          <a:xfrm>
            <a:off x="9196053" y="1959020"/>
            <a:ext cx="525968" cy="300901"/>
            <a:chOff x="967835" y="2541918"/>
            <a:chExt cx="1426054" cy="463051"/>
          </a:xfrm>
        </p:grpSpPr>
        <p:grpSp>
          <p:nvGrpSpPr>
            <p:cNvPr id="426" name="Group 93">
              <a:extLst>
                <a:ext uri="{FF2B5EF4-FFF2-40B4-BE49-F238E27FC236}">
                  <a16:creationId xmlns:a16="http://schemas.microsoft.com/office/drawing/2014/main" id="{97E70E06-D00B-AF16-A93A-5E5B9164B3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8" name="Group 94">
                <a:extLst>
                  <a:ext uri="{FF2B5EF4-FFF2-40B4-BE49-F238E27FC236}">
                    <a16:creationId xmlns:a16="http://schemas.microsoft.com/office/drawing/2014/main" id="{3978B413-AF90-3C0A-A587-0E9729C245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30" name="AutoShape 95">
                  <a:extLst>
                    <a:ext uri="{FF2B5EF4-FFF2-40B4-BE49-F238E27FC236}">
                      <a16:creationId xmlns:a16="http://schemas.microsoft.com/office/drawing/2014/main" id="{08C0B589-1296-B29F-34A0-95545234C59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31" name="Group 96">
                  <a:extLst>
                    <a:ext uri="{FF2B5EF4-FFF2-40B4-BE49-F238E27FC236}">
                      <a16:creationId xmlns:a16="http://schemas.microsoft.com/office/drawing/2014/main" id="{2EE0BA42-533B-648F-4193-7D56BD25FA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32" name="Group 97">
                    <a:extLst>
                      <a:ext uri="{FF2B5EF4-FFF2-40B4-BE49-F238E27FC236}">
                        <a16:creationId xmlns:a16="http://schemas.microsoft.com/office/drawing/2014/main" id="{C1AB3236-412B-38D9-D218-19D8FCF5C8A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42" name="Freeform 98">
                      <a:extLst>
                        <a:ext uri="{FF2B5EF4-FFF2-40B4-BE49-F238E27FC236}">
                          <a16:creationId xmlns:a16="http://schemas.microsoft.com/office/drawing/2014/main" id="{3BAF30F5-46C0-4A67-0003-845A3C2576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3" name="Freeform 99">
                      <a:extLst>
                        <a:ext uri="{FF2B5EF4-FFF2-40B4-BE49-F238E27FC236}">
                          <a16:creationId xmlns:a16="http://schemas.microsoft.com/office/drawing/2014/main" id="{C5B2FA08-C5CA-C3A1-0C4E-67D84F5E24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4" name="Freeform 100">
                      <a:extLst>
                        <a:ext uri="{FF2B5EF4-FFF2-40B4-BE49-F238E27FC236}">
                          <a16:creationId xmlns:a16="http://schemas.microsoft.com/office/drawing/2014/main" id="{1E5C158F-14B2-5E23-BDB7-B69A81DF94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5" name="Freeform 101">
                      <a:extLst>
                        <a:ext uri="{FF2B5EF4-FFF2-40B4-BE49-F238E27FC236}">
                          <a16:creationId xmlns:a16="http://schemas.microsoft.com/office/drawing/2014/main" id="{06945F1E-03A9-60EA-D8C5-0E04EAE117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6" name="Freeform 102">
                      <a:extLst>
                        <a:ext uri="{FF2B5EF4-FFF2-40B4-BE49-F238E27FC236}">
                          <a16:creationId xmlns:a16="http://schemas.microsoft.com/office/drawing/2014/main" id="{75FD3915-E712-9AA4-8033-6A357335B6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7" name="Freeform 103">
                      <a:extLst>
                        <a:ext uri="{FF2B5EF4-FFF2-40B4-BE49-F238E27FC236}">
                          <a16:creationId xmlns:a16="http://schemas.microsoft.com/office/drawing/2014/main" id="{287E1C98-D0C9-5EB0-0A73-0AD47E058B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8" name="Freeform 104">
                      <a:extLst>
                        <a:ext uri="{FF2B5EF4-FFF2-40B4-BE49-F238E27FC236}">
                          <a16:creationId xmlns:a16="http://schemas.microsoft.com/office/drawing/2014/main" id="{0187065F-2880-6D25-F7A6-418A6E4682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9" name="Freeform 105">
                      <a:extLst>
                        <a:ext uri="{FF2B5EF4-FFF2-40B4-BE49-F238E27FC236}">
                          <a16:creationId xmlns:a16="http://schemas.microsoft.com/office/drawing/2014/main" id="{F291830B-A5E0-551E-E972-3038B00156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33" name="Group 106">
                    <a:extLst>
                      <a:ext uri="{FF2B5EF4-FFF2-40B4-BE49-F238E27FC236}">
                        <a16:creationId xmlns:a16="http://schemas.microsoft.com/office/drawing/2014/main" id="{4DA012AA-5937-F93D-89B0-6361893B959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34" name="Freeform 107">
                      <a:extLst>
                        <a:ext uri="{FF2B5EF4-FFF2-40B4-BE49-F238E27FC236}">
                          <a16:creationId xmlns:a16="http://schemas.microsoft.com/office/drawing/2014/main" id="{D7759549-354A-904B-E43B-4E6B68D0A5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5" name="Freeform 108">
                      <a:extLst>
                        <a:ext uri="{FF2B5EF4-FFF2-40B4-BE49-F238E27FC236}">
                          <a16:creationId xmlns:a16="http://schemas.microsoft.com/office/drawing/2014/main" id="{B85AEA3A-DF5C-BE37-09C7-A631AF885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6" name="Freeform 109">
                      <a:extLst>
                        <a:ext uri="{FF2B5EF4-FFF2-40B4-BE49-F238E27FC236}">
                          <a16:creationId xmlns:a16="http://schemas.microsoft.com/office/drawing/2014/main" id="{80C7897E-D65D-5C06-4C6F-D09928496F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7" name="Freeform 110">
                      <a:extLst>
                        <a:ext uri="{FF2B5EF4-FFF2-40B4-BE49-F238E27FC236}">
                          <a16:creationId xmlns:a16="http://schemas.microsoft.com/office/drawing/2014/main" id="{7FA47C7F-2EF0-F54A-E214-BCBB403E9B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8" name="Freeform 111">
                      <a:extLst>
                        <a:ext uri="{FF2B5EF4-FFF2-40B4-BE49-F238E27FC236}">
                          <a16:creationId xmlns:a16="http://schemas.microsoft.com/office/drawing/2014/main" id="{A45131AA-4B9C-68E5-18FE-D7FDE6E185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39" name="Freeform 112">
                      <a:extLst>
                        <a:ext uri="{FF2B5EF4-FFF2-40B4-BE49-F238E27FC236}">
                          <a16:creationId xmlns:a16="http://schemas.microsoft.com/office/drawing/2014/main" id="{42BA4EBB-BB45-2A4A-9047-5563A58EAD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0" name="Freeform 113">
                      <a:extLst>
                        <a:ext uri="{FF2B5EF4-FFF2-40B4-BE49-F238E27FC236}">
                          <a16:creationId xmlns:a16="http://schemas.microsoft.com/office/drawing/2014/main" id="{BFF7CD0E-23F5-924E-92C1-6FEB95CC13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41" name="Freeform 114">
                      <a:extLst>
                        <a:ext uri="{FF2B5EF4-FFF2-40B4-BE49-F238E27FC236}">
                          <a16:creationId xmlns:a16="http://schemas.microsoft.com/office/drawing/2014/main" id="{935B7A98-1A6B-77B9-3AC6-D6C09EAA5D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29" name="WordArt 115">
                <a:extLst>
                  <a:ext uri="{FF2B5EF4-FFF2-40B4-BE49-F238E27FC236}">
                    <a16:creationId xmlns:a16="http://schemas.microsoft.com/office/drawing/2014/main" id="{BA12BAE9-3C22-6B5D-EFEA-03842AAAB2B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7" name="WordArt 68">
              <a:extLst>
                <a:ext uri="{FF2B5EF4-FFF2-40B4-BE49-F238E27FC236}">
                  <a16:creationId xmlns:a16="http://schemas.microsoft.com/office/drawing/2014/main" id="{C1EAB4EB-ADBA-D2EF-946F-EAE5726989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as90r1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F27C97D-E764-11B9-BEBE-CE2AEE64A89D}"/>
              </a:ext>
            </a:extLst>
          </p:cNvPr>
          <p:cNvGrpSpPr/>
          <p:nvPr/>
        </p:nvGrpSpPr>
        <p:grpSpPr>
          <a:xfrm>
            <a:off x="6297478" y="1788193"/>
            <a:ext cx="525968" cy="300901"/>
            <a:chOff x="967835" y="2541918"/>
            <a:chExt cx="1426054" cy="463051"/>
          </a:xfrm>
        </p:grpSpPr>
        <p:grpSp>
          <p:nvGrpSpPr>
            <p:cNvPr id="111" name="Group 93">
              <a:extLst>
                <a:ext uri="{FF2B5EF4-FFF2-40B4-BE49-F238E27FC236}">
                  <a16:creationId xmlns:a16="http://schemas.microsoft.com/office/drawing/2014/main" id="{BD92B2C7-8B38-70DA-4291-21F4086E1D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13" name="Group 94">
                <a:extLst>
                  <a:ext uri="{FF2B5EF4-FFF2-40B4-BE49-F238E27FC236}">
                    <a16:creationId xmlns:a16="http://schemas.microsoft.com/office/drawing/2014/main" id="{0660AD31-0434-27A7-4B2D-0D50C93730C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15" name="AutoShape 95">
                  <a:extLst>
                    <a:ext uri="{FF2B5EF4-FFF2-40B4-BE49-F238E27FC236}">
                      <a16:creationId xmlns:a16="http://schemas.microsoft.com/office/drawing/2014/main" id="{299BA2A2-6BDF-531B-5D4D-9A712B0D4DD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16" name="Group 96">
                  <a:extLst>
                    <a:ext uri="{FF2B5EF4-FFF2-40B4-BE49-F238E27FC236}">
                      <a16:creationId xmlns:a16="http://schemas.microsoft.com/office/drawing/2014/main" id="{0BB21DF4-847A-AE22-48F5-DA962908E90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17" name="Group 97">
                    <a:extLst>
                      <a:ext uri="{FF2B5EF4-FFF2-40B4-BE49-F238E27FC236}">
                        <a16:creationId xmlns:a16="http://schemas.microsoft.com/office/drawing/2014/main" id="{2B806EA6-94A5-4A36-558A-7B203DC3821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27" name="Freeform 98">
                      <a:extLst>
                        <a:ext uri="{FF2B5EF4-FFF2-40B4-BE49-F238E27FC236}">
                          <a16:creationId xmlns:a16="http://schemas.microsoft.com/office/drawing/2014/main" id="{5D16DC6D-688B-6247-13EC-C89CFCF5B0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8" name="Freeform 99">
                      <a:extLst>
                        <a:ext uri="{FF2B5EF4-FFF2-40B4-BE49-F238E27FC236}">
                          <a16:creationId xmlns:a16="http://schemas.microsoft.com/office/drawing/2014/main" id="{3723EC48-AF3F-9ABA-2B5B-DE65518792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9" name="Freeform 100">
                      <a:extLst>
                        <a:ext uri="{FF2B5EF4-FFF2-40B4-BE49-F238E27FC236}">
                          <a16:creationId xmlns:a16="http://schemas.microsoft.com/office/drawing/2014/main" id="{9F0AE34D-F3EB-99A8-6995-EC7BD8020A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0" name="Freeform 101">
                      <a:extLst>
                        <a:ext uri="{FF2B5EF4-FFF2-40B4-BE49-F238E27FC236}">
                          <a16:creationId xmlns:a16="http://schemas.microsoft.com/office/drawing/2014/main" id="{5B4207BC-6F7C-A88E-F3EB-D105D19EC7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1" name="Freeform 102">
                      <a:extLst>
                        <a:ext uri="{FF2B5EF4-FFF2-40B4-BE49-F238E27FC236}">
                          <a16:creationId xmlns:a16="http://schemas.microsoft.com/office/drawing/2014/main" id="{2C945CA5-A9FD-016C-9225-1B6FADAEFB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2" name="Freeform 103">
                      <a:extLst>
                        <a:ext uri="{FF2B5EF4-FFF2-40B4-BE49-F238E27FC236}">
                          <a16:creationId xmlns:a16="http://schemas.microsoft.com/office/drawing/2014/main" id="{DFB2AE61-EBFF-D927-DF87-389C0F1160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3" name="Freeform 104">
                      <a:extLst>
                        <a:ext uri="{FF2B5EF4-FFF2-40B4-BE49-F238E27FC236}">
                          <a16:creationId xmlns:a16="http://schemas.microsoft.com/office/drawing/2014/main" id="{507B0E3B-4233-0921-33DE-0F3D4442DB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34" name="Freeform 105">
                      <a:extLst>
                        <a:ext uri="{FF2B5EF4-FFF2-40B4-BE49-F238E27FC236}">
                          <a16:creationId xmlns:a16="http://schemas.microsoft.com/office/drawing/2014/main" id="{1917AA69-7185-286B-6C73-533FB5B526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18" name="Group 106">
                    <a:extLst>
                      <a:ext uri="{FF2B5EF4-FFF2-40B4-BE49-F238E27FC236}">
                        <a16:creationId xmlns:a16="http://schemas.microsoft.com/office/drawing/2014/main" id="{6C813FD2-B744-3D6E-2CAC-1CF7A5D5394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19" name="Freeform 107">
                      <a:extLst>
                        <a:ext uri="{FF2B5EF4-FFF2-40B4-BE49-F238E27FC236}">
                          <a16:creationId xmlns:a16="http://schemas.microsoft.com/office/drawing/2014/main" id="{33534100-F457-B3EC-E2FF-457E9094F3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0" name="Freeform 108">
                      <a:extLst>
                        <a:ext uri="{FF2B5EF4-FFF2-40B4-BE49-F238E27FC236}">
                          <a16:creationId xmlns:a16="http://schemas.microsoft.com/office/drawing/2014/main" id="{5D8F75D3-2438-3614-4D12-9F653FAD36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1" name="Freeform 109">
                      <a:extLst>
                        <a:ext uri="{FF2B5EF4-FFF2-40B4-BE49-F238E27FC236}">
                          <a16:creationId xmlns:a16="http://schemas.microsoft.com/office/drawing/2014/main" id="{E212C9E5-1376-BBE5-B6BF-7775D190C2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2" name="Freeform 110">
                      <a:extLst>
                        <a:ext uri="{FF2B5EF4-FFF2-40B4-BE49-F238E27FC236}">
                          <a16:creationId xmlns:a16="http://schemas.microsoft.com/office/drawing/2014/main" id="{B7B3DFF1-26CA-439D-FD61-FC5A5D4602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3" name="Freeform 111">
                      <a:extLst>
                        <a:ext uri="{FF2B5EF4-FFF2-40B4-BE49-F238E27FC236}">
                          <a16:creationId xmlns:a16="http://schemas.microsoft.com/office/drawing/2014/main" id="{DDDBC099-1E11-8FDD-FF34-8C66447EC7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4" name="Freeform 112">
                      <a:extLst>
                        <a:ext uri="{FF2B5EF4-FFF2-40B4-BE49-F238E27FC236}">
                          <a16:creationId xmlns:a16="http://schemas.microsoft.com/office/drawing/2014/main" id="{427B9231-7708-0E97-7CC7-F4529E556E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5" name="Freeform 113">
                      <a:extLst>
                        <a:ext uri="{FF2B5EF4-FFF2-40B4-BE49-F238E27FC236}">
                          <a16:creationId xmlns:a16="http://schemas.microsoft.com/office/drawing/2014/main" id="{5E2B800D-C3A6-E142-79FE-5011151DF8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26" name="Freeform 114">
                      <a:extLst>
                        <a:ext uri="{FF2B5EF4-FFF2-40B4-BE49-F238E27FC236}">
                          <a16:creationId xmlns:a16="http://schemas.microsoft.com/office/drawing/2014/main" id="{DDB51838-9031-6B10-653D-EAFD19638D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14" name="WordArt 115">
                <a:extLst>
                  <a:ext uri="{FF2B5EF4-FFF2-40B4-BE49-F238E27FC236}">
                    <a16:creationId xmlns:a16="http://schemas.microsoft.com/office/drawing/2014/main" id="{343BFB88-AB31-10AD-E502-0AC9D705A18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12" name="WordArt 68">
              <a:extLst>
                <a:ext uri="{FF2B5EF4-FFF2-40B4-BE49-F238E27FC236}">
                  <a16:creationId xmlns:a16="http://schemas.microsoft.com/office/drawing/2014/main" id="{DA208527-4282-668A-8C86-C51BB54C6E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as1madrid</a:t>
              </a:r>
            </a:p>
          </p:txBody>
        </p:sp>
      </p:grpSp>
      <p:grpSp>
        <p:nvGrpSpPr>
          <p:cNvPr id="919" name="Group 146">
            <a:extLst>
              <a:ext uri="{FF2B5EF4-FFF2-40B4-BE49-F238E27FC236}">
                <a16:creationId xmlns:a16="http://schemas.microsoft.com/office/drawing/2014/main" id="{A815220B-D38A-04A2-CFF8-8137A2F37BFF}"/>
              </a:ext>
            </a:extLst>
          </p:cNvPr>
          <p:cNvGrpSpPr>
            <a:grpSpLocks/>
          </p:cNvGrpSpPr>
          <p:nvPr/>
        </p:nvGrpSpPr>
        <p:grpSpPr bwMode="auto">
          <a:xfrm>
            <a:off x="8855192" y="2923558"/>
            <a:ext cx="331036" cy="275863"/>
            <a:chOff x="144" y="3264"/>
            <a:chExt cx="288" cy="240"/>
          </a:xfrm>
        </p:grpSpPr>
        <p:sp>
          <p:nvSpPr>
            <p:cNvPr id="920" name="Rectangle 147">
              <a:extLst>
                <a:ext uri="{FF2B5EF4-FFF2-40B4-BE49-F238E27FC236}">
                  <a16:creationId xmlns:a16="http://schemas.microsoft.com/office/drawing/2014/main" id="{33F9CF1D-EA5F-FE93-CCC3-DF36CE794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21" name="Rectangle 148">
              <a:extLst>
                <a:ext uri="{FF2B5EF4-FFF2-40B4-BE49-F238E27FC236}">
                  <a16:creationId xmlns:a16="http://schemas.microsoft.com/office/drawing/2014/main" id="{D7330269-C586-4F05-269E-B1341CCAF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22" name="Group 146">
            <a:extLst>
              <a:ext uri="{FF2B5EF4-FFF2-40B4-BE49-F238E27FC236}">
                <a16:creationId xmlns:a16="http://schemas.microsoft.com/office/drawing/2014/main" id="{6D02F040-FF2A-3B91-DEE9-DD8B405090B5}"/>
              </a:ext>
            </a:extLst>
          </p:cNvPr>
          <p:cNvGrpSpPr>
            <a:grpSpLocks/>
          </p:cNvGrpSpPr>
          <p:nvPr/>
        </p:nvGrpSpPr>
        <p:grpSpPr bwMode="auto">
          <a:xfrm>
            <a:off x="8277617" y="2972883"/>
            <a:ext cx="331036" cy="275863"/>
            <a:chOff x="144" y="3264"/>
            <a:chExt cx="288" cy="240"/>
          </a:xfrm>
        </p:grpSpPr>
        <p:sp>
          <p:nvSpPr>
            <p:cNvPr id="923" name="Rectangle 147">
              <a:extLst>
                <a:ext uri="{FF2B5EF4-FFF2-40B4-BE49-F238E27FC236}">
                  <a16:creationId xmlns:a16="http://schemas.microsoft.com/office/drawing/2014/main" id="{8FDFCFAE-9025-41A3-F3FF-6596C1DBF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24" name="Rectangle 148">
              <a:extLst>
                <a:ext uri="{FF2B5EF4-FFF2-40B4-BE49-F238E27FC236}">
                  <a16:creationId xmlns:a16="http://schemas.microsoft.com/office/drawing/2014/main" id="{7EB6C6E8-9657-BA55-05A9-6413959D7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27" name="Group 146">
            <a:extLst>
              <a:ext uri="{FF2B5EF4-FFF2-40B4-BE49-F238E27FC236}">
                <a16:creationId xmlns:a16="http://schemas.microsoft.com/office/drawing/2014/main" id="{A0CD5697-6CFF-B438-6DE0-5C7B962614E2}"/>
              </a:ext>
            </a:extLst>
          </p:cNvPr>
          <p:cNvGrpSpPr>
            <a:grpSpLocks/>
          </p:cNvGrpSpPr>
          <p:nvPr/>
        </p:nvGrpSpPr>
        <p:grpSpPr bwMode="auto">
          <a:xfrm>
            <a:off x="9135161" y="2306072"/>
            <a:ext cx="331036" cy="275863"/>
            <a:chOff x="144" y="3264"/>
            <a:chExt cx="288" cy="240"/>
          </a:xfrm>
        </p:grpSpPr>
        <p:sp>
          <p:nvSpPr>
            <p:cNvPr id="928" name="Rectangle 147">
              <a:extLst>
                <a:ext uri="{FF2B5EF4-FFF2-40B4-BE49-F238E27FC236}">
                  <a16:creationId xmlns:a16="http://schemas.microsoft.com/office/drawing/2014/main" id="{310001CD-E593-567D-BC1A-4E1986B53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29" name="Rectangle 148">
              <a:extLst>
                <a:ext uri="{FF2B5EF4-FFF2-40B4-BE49-F238E27FC236}">
                  <a16:creationId xmlns:a16="http://schemas.microsoft.com/office/drawing/2014/main" id="{61B33C63-2423-4987-3FA3-0510A7822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31" name="Group 146">
            <a:extLst>
              <a:ext uri="{FF2B5EF4-FFF2-40B4-BE49-F238E27FC236}">
                <a16:creationId xmlns:a16="http://schemas.microsoft.com/office/drawing/2014/main" id="{52AE626A-7EF7-070D-0063-842D6DC5A743}"/>
              </a:ext>
            </a:extLst>
          </p:cNvPr>
          <p:cNvGrpSpPr>
            <a:grpSpLocks/>
          </p:cNvGrpSpPr>
          <p:nvPr/>
        </p:nvGrpSpPr>
        <p:grpSpPr bwMode="auto">
          <a:xfrm>
            <a:off x="6803349" y="2086385"/>
            <a:ext cx="331036" cy="275863"/>
            <a:chOff x="144" y="3264"/>
            <a:chExt cx="288" cy="240"/>
          </a:xfrm>
        </p:grpSpPr>
        <p:sp>
          <p:nvSpPr>
            <p:cNvPr id="932" name="Rectangle 147">
              <a:extLst>
                <a:ext uri="{FF2B5EF4-FFF2-40B4-BE49-F238E27FC236}">
                  <a16:creationId xmlns:a16="http://schemas.microsoft.com/office/drawing/2014/main" id="{C71B90EF-8947-515C-8AEC-8B53BAFCD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33" name="Rectangle 148">
              <a:extLst>
                <a:ext uri="{FF2B5EF4-FFF2-40B4-BE49-F238E27FC236}">
                  <a16:creationId xmlns:a16="http://schemas.microsoft.com/office/drawing/2014/main" id="{2E398846-ABC0-C7FE-1247-F59291166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35" name="Group 146">
            <a:extLst>
              <a:ext uri="{FF2B5EF4-FFF2-40B4-BE49-F238E27FC236}">
                <a16:creationId xmlns:a16="http://schemas.microsoft.com/office/drawing/2014/main" id="{9EF9FAD2-225B-580F-C1C4-9773DE7F94DA}"/>
              </a:ext>
            </a:extLst>
          </p:cNvPr>
          <p:cNvGrpSpPr>
            <a:grpSpLocks/>
          </p:cNvGrpSpPr>
          <p:nvPr/>
        </p:nvGrpSpPr>
        <p:grpSpPr bwMode="auto">
          <a:xfrm>
            <a:off x="5858786" y="1874496"/>
            <a:ext cx="331036" cy="275863"/>
            <a:chOff x="144" y="3264"/>
            <a:chExt cx="288" cy="240"/>
          </a:xfrm>
        </p:grpSpPr>
        <p:sp>
          <p:nvSpPr>
            <p:cNvPr id="936" name="Rectangle 147">
              <a:extLst>
                <a:ext uri="{FF2B5EF4-FFF2-40B4-BE49-F238E27FC236}">
                  <a16:creationId xmlns:a16="http://schemas.microsoft.com/office/drawing/2014/main" id="{1CA2C95E-BAA3-38A1-489B-9224AF71C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37" name="Rectangle 148">
              <a:extLst>
                <a:ext uri="{FF2B5EF4-FFF2-40B4-BE49-F238E27FC236}">
                  <a16:creationId xmlns:a16="http://schemas.microsoft.com/office/drawing/2014/main" id="{87260323-5825-97BE-9DAF-7E9D1D39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38" name="Group 146">
            <a:extLst>
              <a:ext uri="{FF2B5EF4-FFF2-40B4-BE49-F238E27FC236}">
                <a16:creationId xmlns:a16="http://schemas.microsoft.com/office/drawing/2014/main" id="{56CF67EE-65A9-6267-B8C7-723617552ED9}"/>
              </a:ext>
            </a:extLst>
          </p:cNvPr>
          <p:cNvGrpSpPr>
            <a:grpSpLocks/>
          </p:cNvGrpSpPr>
          <p:nvPr/>
        </p:nvGrpSpPr>
        <p:grpSpPr bwMode="auto">
          <a:xfrm>
            <a:off x="6243500" y="2139770"/>
            <a:ext cx="331036" cy="275863"/>
            <a:chOff x="144" y="3264"/>
            <a:chExt cx="288" cy="240"/>
          </a:xfrm>
        </p:grpSpPr>
        <p:sp>
          <p:nvSpPr>
            <p:cNvPr id="939" name="Rectangle 147">
              <a:extLst>
                <a:ext uri="{FF2B5EF4-FFF2-40B4-BE49-F238E27FC236}">
                  <a16:creationId xmlns:a16="http://schemas.microsoft.com/office/drawing/2014/main" id="{F27A9A27-BFFC-E8AF-FD89-9ED4C332A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40" name="Rectangle 148">
              <a:extLst>
                <a:ext uri="{FF2B5EF4-FFF2-40B4-BE49-F238E27FC236}">
                  <a16:creationId xmlns:a16="http://schemas.microsoft.com/office/drawing/2014/main" id="{3E985291-34AF-435F-C6B0-30374A99E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41" name="Group 146">
            <a:extLst>
              <a:ext uri="{FF2B5EF4-FFF2-40B4-BE49-F238E27FC236}">
                <a16:creationId xmlns:a16="http://schemas.microsoft.com/office/drawing/2014/main" id="{616008CC-6718-0B79-0BDF-84257B3D7096}"/>
              </a:ext>
            </a:extLst>
          </p:cNvPr>
          <p:cNvGrpSpPr>
            <a:grpSpLocks/>
          </p:cNvGrpSpPr>
          <p:nvPr/>
        </p:nvGrpSpPr>
        <p:grpSpPr bwMode="auto">
          <a:xfrm>
            <a:off x="4689020" y="2213618"/>
            <a:ext cx="331036" cy="275863"/>
            <a:chOff x="144" y="3264"/>
            <a:chExt cx="288" cy="240"/>
          </a:xfrm>
        </p:grpSpPr>
        <p:sp>
          <p:nvSpPr>
            <p:cNvPr id="942" name="Rectangle 147">
              <a:extLst>
                <a:ext uri="{FF2B5EF4-FFF2-40B4-BE49-F238E27FC236}">
                  <a16:creationId xmlns:a16="http://schemas.microsoft.com/office/drawing/2014/main" id="{299BBFE9-16ED-C781-CE0C-FE5C56A4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43" name="Rectangle 148">
              <a:extLst>
                <a:ext uri="{FF2B5EF4-FFF2-40B4-BE49-F238E27FC236}">
                  <a16:creationId xmlns:a16="http://schemas.microsoft.com/office/drawing/2014/main" id="{42630664-F948-4C07-BE50-8B3E49E9B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47" name="Group 146">
            <a:extLst>
              <a:ext uri="{FF2B5EF4-FFF2-40B4-BE49-F238E27FC236}">
                <a16:creationId xmlns:a16="http://schemas.microsoft.com/office/drawing/2014/main" id="{A683CAC3-83A8-8AF2-2ADA-E00F40ACEA8E}"/>
              </a:ext>
            </a:extLst>
          </p:cNvPr>
          <p:cNvGrpSpPr>
            <a:grpSpLocks/>
          </p:cNvGrpSpPr>
          <p:nvPr/>
        </p:nvGrpSpPr>
        <p:grpSpPr bwMode="auto">
          <a:xfrm>
            <a:off x="4527165" y="2619058"/>
            <a:ext cx="331036" cy="275863"/>
            <a:chOff x="144" y="3264"/>
            <a:chExt cx="288" cy="240"/>
          </a:xfrm>
        </p:grpSpPr>
        <p:sp>
          <p:nvSpPr>
            <p:cNvPr id="948" name="Rectangle 147">
              <a:extLst>
                <a:ext uri="{FF2B5EF4-FFF2-40B4-BE49-F238E27FC236}">
                  <a16:creationId xmlns:a16="http://schemas.microsoft.com/office/drawing/2014/main" id="{27C67389-473B-44C8-C1D0-51C2A235B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49" name="Rectangle 148">
              <a:extLst>
                <a:ext uri="{FF2B5EF4-FFF2-40B4-BE49-F238E27FC236}">
                  <a16:creationId xmlns:a16="http://schemas.microsoft.com/office/drawing/2014/main" id="{B8E956A4-AAAD-40FC-8923-A508FD229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58" name="Group 146">
            <a:extLst>
              <a:ext uri="{FF2B5EF4-FFF2-40B4-BE49-F238E27FC236}">
                <a16:creationId xmlns:a16="http://schemas.microsoft.com/office/drawing/2014/main" id="{8F44DD8C-42CE-5293-60FD-443092962A87}"/>
              </a:ext>
            </a:extLst>
          </p:cNvPr>
          <p:cNvGrpSpPr>
            <a:grpSpLocks/>
          </p:cNvGrpSpPr>
          <p:nvPr/>
        </p:nvGrpSpPr>
        <p:grpSpPr bwMode="auto">
          <a:xfrm>
            <a:off x="5910686" y="2899589"/>
            <a:ext cx="331036" cy="275863"/>
            <a:chOff x="144" y="3264"/>
            <a:chExt cx="288" cy="240"/>
          </a:xfrm>
        </p:grpSpPr>
        <p:sp>
          <p:nvSpPr>
            <p:cNvPr id="959" name="Rectangle 147">
              <a:extLst>
                <a:ext uri="{FF2B5EF4-FFF2-40B4-BE49-F238E27FC236}">
                  <a16:creationId xmlns:a16="http://schemas.microsoft.com/office/drawing/2014/main" id="{D80656EB-B5F2-83B7-C809-3FCFCC331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960" name="Rectangle 148">
              <a:extLst>
                <a:ext uri="{FF2B5EF4-FFF2-40B4-BE49-F238E27FC236}">
                  <a16:creationId xmlns:a16="http://schemas.microsoft.com/office/drawing/2014/main" id="{A597E6F9-FD83-9CBC-A1E3-ED6D76B0F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67" name="Group 146">
            <a:extLst>
              <a:ext uri="{FF2B5EF4-FFF2-40B4-BE49-F238E27FC236}">
                <a16:creationId xmlns:a16="http://schemas.microsoft.com/office/drawing/2014/main" id="{A0D41131-5BCC-1B73-8374-10D7C4081DC5}"/>
              </a:ext>
            </a:extLst>
          </p:cNvPr>
          <p:cNvGrpSpPr>
            <a:grpSpLocks/>
          </p:cNvGrpSpPr>
          <p:nvPr/>
        </p:nvGrpSpPr>
        <p:grpSpPr bwMode="auto">
          <a:xfrm>
            <a:off x="5256652" y="3094547"/>
            <a:ext cx="331036" cy="275863"/>
            <a:chOff x="144" y="3264"/>
            <a:chExt cx="288" cy="240"/>
          </a:xfrm>
        </p:grpSpPr>
        <p:sp>
          <p:nvSpPr>
            <p:cNvPr id="968" name="Rectangle 147">
              <a:extLst>
                <a:ext uri="{FF2B5EF4-FFF2-40B4-BE49-F238E27FC236}">
                  <a16:creationId xmlns:a16="http://schemas.microsoft.com/office/drawing/2014/main" id="{C05606F6-34B8-1640-27C6-891665DBB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969" name="Rectangle 148">
              <a:extLst>
                <a:ext uri="{FF2B5EF4-FFF2-40B4-BE49-F238E27FC236}">
                  <a16:creationId xmlns:a16="http://schemas.microsoft.com/office/drawing/2014/main" id="{50CCF4AD-5A51-5A03-B7D2-703A8D404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974" name="Group 146">
            <a:extLst>
              <a:ext uri="{FF2B5EF4-FFF2-40B4-BE49-F238E27FC236}">
                <a16:creationId xmlns:a16="http://schemas.microsoft.com/office/drawing/2014/main" id="{41073766-C603-9D24-7FBB-34C4A917C2E7}"/>
              </a:ext>
            </a:extLst>
          </p:cNvPr>
          <p:cNvGrpSpPr>
            <a:grpSpLocks/>
          </p:cNvGrpSpPr>
          <p:nvPr/>
        </p:nvGrpSpPr>
        <p:grpSpPr bwMode="auto">
          <a:xfrm>
            <a:off x="3932605" y="2658924"/>
            <a:ext cx="331036" cy="275863"/>
            <a:chOff x="144" y="3264"/>
            <a:chExt cx="288" cy="240"/>
          </a:xfrm>
        </p:grpSpPr>
        <p:sp>
          <p:nvSpPr>
            <p:cNvPr id="975" name="Rectangle 147">
              <a:extLst>
                <a:ext uri="{FF2B5EF4-FFF2-40B4-BE49-F238E27FC236}">
                  <a16:creationId xmlns:a16="http://schemas.microsoft.com/office/drawing/2014/main" id="{AD116C10-E646-BA92-BBB2-F14971391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76" name="Rectangle 148">
              <a:extLst>
                <a:ext uri="{FF2B5EF4-FFF2-40B4-BE49-F238E27FC236}">
                  <a16:creationId xmlns:a16="http://schemas.microsoft.com/office/drawing/2014/main" id="{B2FE3F65-7B83-2F5E-6ACE-201B4CB3D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91" name="Group 146">
            <a:extLst>
              <a:ext uri="{FF2B5EF4-FFF2-40B4-BE49-F238E27FC236}">
                <a16:creationId xmlns:a16="http://schemas.microsoft.com/office/drawing/2014/main" id="{592AD93B-2B00-2B17-CEED-465E0704BCDF}"/>
              </a:ext>
            </a:extLst>
          </p:cNvPr>
          <p:cNvGrpSpPr>
            <a:grpSpLocks/>
          </p:cNvGrpSpPr>
          <p:nvPr/>
        </p:nvGrpSpPr>
        <p:grpSpPr bwMode="auto">
          <a:xfrm>
            <a:off x="5741788" y="3612485"/>
            <a:ext cx="331036" cy="275863"/>
            <a:chOff x="144" y="3264"/>
            <a:chExt cx="288" cy="240"/>
          </a:xfrm>
        </p:grpSpPr>
        <p:sp>
          <p:nvSpPr>
            <p:cNvPr id="992" name="Rectangle 147">
              <a:extLst>
                <a:ext uri="{FF2B5EF4-FFF2-40B4-BE49-F238E27FC236}">
                  <a16:creationId xmlns:a16="http://schemas.microsoft.com/office/drawing/2014/main" id="{E513DFB4-9382-7739-B616-C7C8C1378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93" name="Rectangle 148">
              <a:extLst>
                <a:ext uri="{FF2B5EF4-FFF2-40B4-BE49-F238E27FC236}">
                  <a16:creationId xmlns:a16="http://schemas.microsoft.com/office/drawing/2014/main" id="{E9806206-8E35-18DD-B548-A2AF62197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995" name="Group 146">
            <a:extLst>
              <a:ext uri="{FF2B5EF4-FFF2-40B4-BE49-F238E27FC236}">
                <a16:creationId xmlns:a16="http://schemas.microsoft.com/office/drawing/2014/main" id="{839212AE-2836-ED79-1305-8D86651806AE}"/>
              </a:ext>
            </a:extLst>
          </p:cNvPr>
          <p:cNvGrpSpPr>
            <a:grpSpLocks/>
          </p:cNvGrpSpPr>
          <p:nvPr/>
        </p:nvGrpSpPr>
        <p:grpSpPr bwMode="auto">
          <a:xfrm>
            <a:off x="5796370" y="4215025"/>
            <a:ext cx="331036" cy="275863"/>
            <a:chOff x="144" y="3264"/>
            <a:chExt cx="288" cy="240"/>
          </a:xfrm>
        </p:grpSpPr>
        <p:sp>
          <p:nvSpPr>
            <p:cNvPr id="996" name="Rectangle 147">
              <a:extLst>
                <a:ext uri="{FF2B5EF4-FFF2-40B4-BE49-F238E27FC236}">
                  <a16:creationId xmlns:a16="http://schemas.microsoft.com/office/drawing/2014/main" id="{AE264245-4F57-26AF-C899-CD184A124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97" name="Rectangle 148">
              <a:extLst>
                <a:ext uri="{FF2B5EF4-FFF2-40B4-BE49-F238E27FC236}">
                  <a16:creationId xmlns:a16="http://schemas.microsoft.com/office/drawing/2014/main" id="{18A102BF-2869-28A1-16AC-18DC9612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02" name="Group 146">
            <a:extLst>
              <a:ext uri="{FF2B5EF4-FFF2-40B4-BE49-F238E27FC236}">
                <a16:creationId xmlns:a16="http://schemas.microsoft.com/office/drawing/2014/main" id="{BF73E21B-C64F-6D08-138C-9320C6046123}"/>
              </a:ext>
            </a:extLst>
          </p:cNvPr>
          <p:cNvGrpSpPr>
            <a:grpSpLocks/>
          </p:cNvGrpSpPr>
          <p:nvPr/>
        </p:nvGrpSpPr>
        <p:grpSpPr bwMode="auto">
          <a:xfrm>
            <a:off x="5937730" y="4908957"/>
            <a:ext cx="331036" cy="275863"/>
            <a:chOff x="144" y="3264"/>
            <a:chExt cx="288" cy="240"/>
          </a:xfrm>
        </p:grpSpPr>
        <p:sp>
          <p:nvSpPr>
            <p:cNvPr id="1003" name="Rectangle 147">
              <a:extLst>
                <a:ext uri="{FF2B5EF4-FFF2-40B4-BE49-F238E27FC236}">
                  <a16:creationId xmlns:a16="http://schemas.microsoft.com/office/drawing/2014/main" id="{418F5777-5F4F-7AC3-0EA3-8B9EF4176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04" name="Rectangle 148">
              <a:extLst>
                <a:ext uri="{FF2B5EF4-FFF2-40B4-BE49-F238E27FC236}">
                  <a16:creationId xmlns:a16="http://schemas.microsoft.com/office/drawing/2014/main" id="{7DEA9F2F-1258-500C-05E8-E6AE93A69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05" name="Group 146">
            <a:extLst>
              <a:ext uri="{FF2B5EF4-FFF2-40B4-BE49-F238E27FC236}">
                <a16:creationId xmlns:a16="http://schemas.microsoft.com/office/drawing/2014/main" id="{E143EE83-39D1-E8A8-586E-AD07301AD3C5}"/>
              </a:ext>
            </a:extLst>
          </p:cNvPr>
          <p:cNvGrpSpPr>
            <a:grpSpLocks/>
          </p:cNvGrpSpPr>
          <p:nvPr/>
        </p:nvGrpSpPr>
        <p:grpSpPr bwMode="auto">
          <a:xfrm>
            <a:off x="6340697" y="5584711"/>
            <a:ext cx="331036" cy="275863"/>
            <a:chOff x="144" y="3264"/>
            <a:chExt cx="288" cy="240"/>
          </a:xfrm>
        </p:grpSpPr>
        <p:sp>
          <p:nvSpPr>
            <p:cNvPr id="1006" name="Rectangle 147">
              <a:extLst>
                <a:ext uri="{FF2B5EF4-FFF2-40B4-BE49-F238E27FC236}">
                  <a16:creationId xmlns:a16="http://schemas.microsoft.com/office/drawing/2014/main" id="{872D35BC-1692-586A-D066-562D655BC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07" name="Rectangle 148">
              <a:extLst>
                <a:ext uri="{FF2B5EF4-FFF2-40B4-BE49-F238E27FC236}">
                  <a16:creationId xmlns:a16="http://schemas.microsoft.com/office/drawing/2014/main" id="{FFA4C8D9-F04C-844F-8BFA-C3214838E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08" name="Group 146">
            <a:extLst>
              <a:ext uri="{FF2B5EF4-FFF2-40B4-BE49-F238E27FC236}">
                <a16:creationId xmlns:a16="http://schemas.microsoft.com/office/drawing/2014/main" id="{21B5B19C-CEAF-DC8F-53E3-243D3DF2F287}"/>
              </a:ext>
            </a:extLst>
          </p:cNvPr>
          <p:cNvGrpSpPr>
            <a:grpSpLocks/>
          </p:cNvGrpSpPr>
          <p:nvPr/>
        </p:nvGrpSpPr>
        <p:grpSpPr bwMode="auto">
          <a:xfrm>
            <a:off x="5960533" y="5915523"/>
            <a:ext cx="331036" cy="275863"/>
            <a:chOff x="144" y="3264"/>
            <a:chExt cx="288" cy="240"/>
          </a:xfrm>
        </p:grpSpPr>
        <p:sp>
          <p:nvSpPr>
            <p:cNvPr id="1009" name="Rectangle 147">
              <a:extLst>
                <a:ext uri="{FF2B5EF4-FFF2-40B4-BE49-F238E27FC236}">
                  <a16:creationId xmlns:a16="http://schemas.microsoft.com/office/drawing/2014/main" id="{4BA73643-147E-8C9C-3A63-4921F7F7C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0" name="Rectangle 148">
              <a:extLst>
                <a:ext uri="{FF2B5EF4-FFF2-40B4-BE49-F238E27FC236}">
                  <a16:creationId xmlns:a16="http://schemas.microsoft.com/office/drawing/2014/main" id="{F668ACE3-3D56-C76A-E04E-13ADF38D2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13" name="Group 146">
            <a:extLst>
              <a:ext uri="{FF2B5EF4-FFF2-40B4-BE49-F238E27FC236}">
                <a16:creationId xmlns:a16="http://schemas.microsoft.com/office/drawing/2014/main" id="{2E0AF921-D652-D9FA-A7E7-6F97225D4A5C}"/>
              </a:ext>
            </a:extLst>
          </p:cNvPr>
          <p:cNvGrpSpPr>
            <a:grpSpLocks/>
          </p:cNvGrpSpPr>
          <p:nvPr/>
        </p:nvGrpSpPr>
        <p:grpSpPr bwMode="auto">
          <a:xfrm>
            <a:off x="2774259" y="4152670"/>
            <a:ext cx="331036" cy="275863"/>
            <a:chOff x="144" y="3264"/>
            <a:chExt cx="288" cy="240"/>
          </a:xfrm>
        </p:grpSpPr>
        <p:sp>
          <p:nvSpPr>
            <p:cNvPr id="1014" name="Rectangle 147">
              <a:extLst>
                <a:ext uri="{FF2B5EF4-FFF2-40B4-BE49-F238E27FC236}">
                  <a16:creationId xmlns:a16="http://schemas.microsoft.com/office/drawing/2014/main" id="{A31A9DD3-A0E1-FEAE-D5E8-AC4A5126B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5" name="Rectangle 148">
              <a:extLst>
                <a:ext uri="{FF2B5EF4-FFF2-40B4-BE49-F238E27FC236}">
                  <a16:creationId xmlns:a16="http://schemas.microsoft.com/office/drawing/2014/main" id="{44A06F5F-2AFA-C0BD-3C00-182899A6D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19" name="Group 146">
            <a:extLst>
              <a:ext uri="{FF2B5EF4-FFF2-40B4-BE49-F238E27FC236}">
                <a16:creationId xmlns:a16="http://schemas.microsoft.com/office/drawing/2014/main" id="{D04CC63A-8E81-A2CD-A98C-DAA81CCEDBC1}"/>
              </a:ext>
            </a:extLst>
          </p:cNvPr>
          <p:cNvGrpSpPr>
            <a:grpSpLocks/>
          </p:cNvGrpSpPr>
          <p:nvPr/>
        </p:nvGrpSpPr>
        <p:grpSpPr bwMode="auto">
          <a:xfrm>
            <a:off x="5094612" y="5912913"/>
            <a:ext cx="331036" cy="275863"/>
            <a:chOff x="144" y="3264"/>
            <a:chExt cx="288" cy="240"/>
          </a:xfrm>
        </p:grpSpPr>
        <p:sp>
          <p:nvSpPr>
            <p:cNvPr id="1020" name="Rectangle 147">
              <a:extLst>
                <a:ext uri="{FF2B5EF4-FFF2-40B4-BE49-F238E27FC236}">
                  <a16:creationId xmlns:a16="http://schemas.microsoft.com/office/drawing/2014/main" id="{52C54A2C-2C0C-4996-8598-316C2B33C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21" name="Rectangle 148">
              <a:extLst>
                <a:ext uri="{FF2B5EF4-FFF2-40B4-BE49-F238E27FC236}">
                  <a16:creationId xmlns:a16="http://schemas.microsoft.com/office/drawing/2014/main" id="{6ACEF3CC-BD98-3E53-6336-E82966F1B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24" name="Group 146">
            <a:extLst>
              <a:ext uri="{FF2B5EF4-FFF2-40B4-BE49-F238E27FC236}">
                <a16:creationId xmlns:a16="http://schemas.microsoft.com/office/drawing/2014/main" id="{8B5D0656-33AE-7E07-5D36-F93175D96B4E}"/>
              </a:ext>
            </a:extLst>
          </p:cNvPr>
          <p:cNvGrpSpPr>
            <a:grpSpLocks/>
          </p:cNvGrpSpPr>
          <p:nvPr/>
        </p:nvGrpSpPr>
        <p:grpSpPr bwMode="auto">
          <a:xfrm>
            <a:off x="2002329" y="4587236"/>
            <a:ext cx="331036" cy="275863"/>
            <a:chOff x="144" y="3264"/>
            <a:chExt cx="288" cy="240"/>
          </a:xfrm>
        </p:grpSpPr>
        <p:sp>
          <p:nvSpPr>
            <p:cNvPr id="1025" name="Rectangle 147">
              <a:extLst>
                <a:ext uri="{FF2B5EF4-FFF2-40B4-BE49-F238E27FC236}">
                  <a16:creationId xmlns:a16="http://schemas.microsoft.com/office/drawing/2014/main" id="{73EF13B4-68FE-F486-D716-B26FB27CD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26" name="Rectangle 148">
              <a:extLst>
                <a:ext uri="{FF2B5EF4-FFF2-40B4-BE49-F238E27FC236}">
                  <a16:creationId xmlns:a16="http://schemas.microsoft.com/office/drawing/2014/main" id="{70273440-12C0-57AC-84C4-34D764291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28" name="Group 146">
            <a:extLst>
              <a:ext uri="{FF2B5EF4-FFF2-40B4-BE49-F238E27FC236}">
                <a16:creationId xmlns:a16="http://schemas.microsoft.com/office/drawing/2014/main" id="{E20B9C0E-09B5-C617-2BEE-0DAF953FD591}"/>
              </a:ext>
            </a:extLst>
          </p:cNvPr>
          <p:cNvGrpSpPr>
            <a:grpSpLocks/>
          </p:cNvGrpSpPr>
          <p:nvPr/>
        </p:nvGrpSpPr>
        <p:grpSpPr bwMode="auto">
          <a:xfrm>
            <a:off x="1574275" y="5171394"/>
            <a:ext cx="331036" cy="275863"/>
            <a:chOff x="144" y="3264"/>
            <a:chExt cx="288" cy="240"/>
          </a:xfrm>
        </p:grpSpPr>
        <p:sp>
          <p:nvSpPr>
            <p:cNvPr id="1029" name="Rectangle 147">
              <a:extLst>
                <a:ext uri="{FF2B5EF4-FFF2-40B4-BE49-F238E27FC236}">
                  <a16:creationId xmlns:a16="http://schemas.microsoft.com/office/drawing/2014/main" id="{EB3C8902-5422-1152-D37C-042325BC7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30" name="Rectangle 148">
              <a:extLst>
                <a:ext uri="{FF2B5EF4-FFF2-40B4-BE49-F238E27FC236}">
                  <a16:creationId xmlns:a16="http://schemas.microsoft.com/office/drawing/2014/main" id="{26A94CE5-948B-D29F-C2E9-B532185E5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31" name="Group 146">
            <a:extLst>
              <a:ext uri="{FF2B5EF4-FFF2-40B4-BE49-F238E27FC236}">
                <a16:creationId xmlns:a16="http://schemas.microsoft.com/office/drawing/2014/main" id="{A295CDFF-41D6-8066-D67B-25166ADE5D4D}"/>
              </a:ext>
            </a:extLst>
          </p:cNvPr>
          <p:cNvGrpSpPr>
            <a:grpSpLocks/>
          </p:cNvGrpSpPr>
          <p:nvPr/>
        </p:nvGrpSpPr>
        <p:grpSpPr bwMode="auto">
          <a:xfrm>
            <a:off x="1748021" y="5810666"/>
            <a:ext cx="331036" cy="275863"/>
            <a:chOff x="144" y="3264"/>
            <a:chExt cx="288" cy="240"/>
          </a:xfrm>
        </p:grpSpPr>
        <p:sp>
          <p:nvSpPr>
            <p:cNvPr id="1032" name="Rectangle 147">
              <a:extLst>
                <a:ext uri="{FF2B5EF4-FFF2-40B4-BE49-F238E27FC236}">
                  <a16:creationId xmlns:a16="http://schemas.microsoft.com/office/drawing/2014/main" id="{FA371AF2-8C64-AFCD-545C-9295A2BD9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33" name="Rectangle 148">
              <a:extLst>
                <a:ext uri="{FF2B5EF4-FFF2-40B4-BE49-F238E27FC236}">
                  <a16:creationId xmlns:a16="http://schemas.microsoft.com/office/drawing/2014/main" id="{B04909D5-B5AE-6D94-E3B1-A61C702A7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39" name="Group 146">
            <a:extLst>
              <a:ext uri="{FF2B5EF4-FFF2-40B4-BE49-F238E27FC236}">
                <a16:creationId xmlns:a16="http://schemas.microsoft.com/office/drawing/2014/main" id="{C79F7D31-A8E2-4B71-5684-30C1960ECEC2}"/>
              </a:ext>
            </a:extLst>
          </p:cNvPr>
          <p:cNvGrpSpPr>
            <a:grpSpLocks/>
          </p:cNvGrpSpPr>
          <p:nvPr/>
        </p:nvGrpSpPr>
        <p:grpSpPr bwMode="auto">
          <a:xfrm>
            <a:off x="9724391" y="1798849"/>
            <a:ext cx="331036" cy="275863"/>
            <a:chOff x="144" y="3264"/>
            <a:chExt cx="288" cy="240"/>
          </a:xfrm>
        </p:grpSpPr>
        <p:sp>
          <p:nvSpPr>
            <p:cNvPr id="1040" name="Rectangle 147">
              <a:extLst>
                <a:ext uri="{FF2B5EF4-FFF2-40B4-BE49-F238E27FC236}">
                  <a16:creationId xmlns:a16="http://schemas.microsoft.com/office/drawing/2014/main" id="{B9681E14-5943-4545-CD98-F75410C63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41" name="Rectangle 148">
              <a:extLst>
                <a:ext uri="{FF2B5EF4-FFF2-40B4-BE49-F238E27FC236}">
                  <a16:creationId xmlns:a16="http://schemas.microsoft.com/office/drawing/2014/main" id="{95598BC6-8BEB-4AE0-E161-280B7EAC6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042" name="Group 146">
            <a:extLst>
              <a:ext uri="{FF2B5EF4-FFF2-40B4-BE49-F238E27FC236}">
                <a16:creationId xmlns:a16="http://schemas.microsoft.com/office/drawing/2014/main" id="{B9C0D312-7FAB-96A9-69BF-09BC9DBA1B51}"/>
              </a:ext>
            </a:extLst>
          </p:cNvPr>
          <p:cNvGrpSpPr>
            <a:grpSpLocks/>
          </p:cNvGrpSpPr>
          <p:nvPr/>
        </p:nvGrpSpPr>
        <p:grpSpPr bwMode="auto">
          <a:xfrm>
            <a:off x="10492792" y="1378938"/>
            <a:ext cx="331036" cy="275863"/>
            <a:chOff x="144" y="3264"/>
            <a:chExt cx="288" cy="240"/>
          </a:xfrm>
        </p:grpSpPr>
        <p:sp>
          <p:nvSpPr>
            <p:cNvPr id="1043" name="Rectangle 147">
              <a:extLst>
                <a:ext uri="{FF2B5EF4-FFF2-40B4-BE49-F238E27FC236}">
                  <a16:creationId xmlns:a16="http://schemas.microsoft.com/office/drawing/2014/main" id="{146036AE-F202-AC30-54AF-5A20CAC90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44" name="Rectangle 148">
              <a:extLst>
                <a:ext uri="{FF2B5EF4-FFF2-40B4-BE49-F238E27FC236}">
                  <a16:creationId xmlns:a16="http://schemas.microsoft.com/office/drawing/2014/main" id="{36047382-474E-FE39-B9CE-E405CCB2C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92D69FB2-01CF-B4A7-5D30-189CF40B61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6018" y="797981"/>
            <a:ext cx="2154079" cy="2377103"/>
            <a:chOff x="2688" y="2433"/>
            <a:chExt cx="1867" cy="1279"/>
          </a:xfrm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035566AF-9DEF-F9CA-ABC3-57D6C45267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6" name="Oval 4">
              <a:extLst>
                <a:ext uri="{FF2B5EF4-FFF2-40B4-BE49-F238E27FC236}">
                  <a16:creationId xmlns:a16="http://schemas.microsoft.com/office/drawing/2014/main" id="{73EC187D-CB62-3C5C-BA87-849A7C4D6F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7" name="Oval 5">
              <a:extLst>
                <a:ext uri="{FF2B5EF4-FFF2-40B4-BE49-F238E27FC236}">
                  <a16:creationId xmlns:a16="http://schemas.microsoft.com/office/drawing/2014/main" id="{03C64141-4DE2-9D65-61E8-B041AA4D40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8" name="Oval 6">
              <a:extLst>
                <a:ext uri="{FF2B5EF4-FFF2-40B4-BE49-F238E27FC236}">
                  <a16:creationId xmlns:a16="http://schemas.microsoft.com/office/drawing/2014/main" id="{2E19D281-CB62-ECC1-6976-1D0D80A1E9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9" name="Oval 7">
              <a:extLst>
                <a:ext uri="{FF2B5EF4-FFF2-40B4-BE49-F238E27FC236}">
                  <a16:creationId xmlns:a16="http://schemas.microsoft.com/office/drawing/2014/main" id="{031E1B0B-5332-6FC2-E8B0-3748FC8028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0" name="Oval 8">
              <a:extLst>
                <a:ext uri="{FF2B5EF4-FFF2-40B4-BE49-F238E27FC236}">
                  <a16:creationId xmlns:a16="http://schemas.microsoft.com/office/drawing/2014/main" id="{13AC4193-A596-3FDD-F55A-4B3383F1FE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1" name="Oval 9">
              <a:extLst>
                <a:ext uri="{FF2B5EF4-FFF2-40B4-BE49-F238E27FC236}">
                  <a16:creationId xmlns:a16="http://schemas.microsoft.com/office/drawing/2014/main" id="{DF93DDE5-3EC9-DAC0-964B-442C95123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2" name="Oval 10">
              <a:extLst>
                <a:ext uri="{FF2B5EF4-FFF2-40B4-BE49-F238E27FC236}">
                  <a16:creationId xmlns:a16="http://schemas.microsoft.com/office/drawing/2014/main" id="{B8F7D1B1-0566-7DDE-8B72-97246B0317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3" name="Oval 11">
              <a:extLst>
                <a:ext uri="{FF2B5EF4-FFF2-40B4-BE49-F238E27FC236}">
                  <a16:creationId xmlns:a16="http://schemas.microsoft.com/office/drawing/2014/main" id="{A1300612-0D9F-2837-38D2-7EEE4C1139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74" name="Group 199">
            <a:extLst>
              <a:ext uri="{FF2B5EF4-FFF2-40B4-BE49-F238E27FC236}">
                <a16:creationId xmlns:a16="http://schemas.microsoft.com/office/drawing/2014/main" id="{AEB16F06-1460-3085-F477-1ED74D724741}"/>
              </a:ext>
            </a:extLst>
          </p:cNvPr>
          <p:cNvGrpSpPr>
            <a:grpSpLocks/>
          </p:cNvGrpSpPr>
          <p:nvPr/>
        </p:nvGrpSpPr>
        <p:grpSpPr bwMode="auto">
          <a:xfrm>
            <a:off x="1637691" y="1012929"/>
            <a:ext cx="812283" cy="628772"/>
            <a:chOff x="4408" y="1052"/>
            <a:chExt cx="1173" cy="908"/>
          </a:xfrm>
        </p:grpSpPr>
        <p:sp>
          <p:nvSpPr>
            <p:cNvPr id="1075" name="Text Box 169">
              <a:extLst>
                <a:ext uri="{FF2B5EF4-FFF2-40B4-BE49-F238E27FC236}">
                  <a16:creationId xmlns:a16="http://schemas.microsoft.com/office/drawing/2014/main" id="{7AAA8F6F-575E-18D5-3CCA-E2270AA2F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601"/>
              <a:ext cx="117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dns1</a:t>
              </a:r>
              <a:endParaRPr lang="en-US" altLang="it-IT" sz="900" b="1" dirty="0"/>
            </a:p>
          </p:txBody>
        </p:sp>
        <p:grpSp>
          <p:nvGrpSpPr>
            <p:cNvPr id="1076" name="Group 1075">
              <a:extLst>
                <a:ext uri="{FF2B5EF4-FFF2-40B4-BE49-F238E27FC236}">
                  <a16:creationId xmlns:a16="http://schemas.microsoft.com/office/drawing/2014/main" id="{5C9FBFC3-3262-7A93-1D50-207E65E15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5" y="1052"/>
              <a:ext cx="618" cy="572"/>
              <a:chOff x="4705" y="893"/>
              <a:chExt cx="618" cy="572"/>
            </a:xfrm>
          </p:grpSpPr>
          <p:sp>
            <p:nvSpPr>
              <p:cNvPr id="1077" name="AutoShape 171">
                <a:extLst>
                  <a:ext uri="{FF2B5EF4-FFF2-40B4-BE49-F238E27FC236}">
                    <a16:creationId xmlns:a16="http://schemas.microsoft.com/office/drawing/2014/main" id="{EDA3869C-CE8B-70A4-764C-83C9F54BA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5" y="893"/>
                <a:ext cx="618" cy="572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78" name="mainfrm">
                <a:extLst>
                  <a:ext uri="{FF2B5EF4-FFF2-40B4-BE49-F238E27FC236}">
                    <a16:creationId xmlns:a16="http://schemas.microsoft.com/office/drawing/2014/main" id="{DD8B22DF-668F-7EE0-9B59-DB40FD9E91F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4705" y="981"/>
                <a:ext cx="530" cy="4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79" name="WordArt 173">
                <a:extLst>
                  <a:ext uri="{FF2B5EF4-FFF2-40B4-BE49-F238E27FC236}">
                    <a16:creationId xmlns:a16="http://schemas.microsoft.com/office/drawing/2014/main" id="{41F39953-52E7-E798-0B21-A7E5FC5D218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742" y="1031"/>
                <a:ext cx="454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GB" sz="3600" kern="10" dirty="0">
                    <a:ln w="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DNS</a:t>
                </a:r>
              </a:p>
            </p:txBody>
          </p:sp>
        </p:grpSp>
      </p:grp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72E173ED-5983-9E9E-0967-6491F5B2930D}"/>
              </a:ext>
            </a:extLst>
          </p:cNvPr>
          <p:cNvCxnSpPr>
            <a:cxnSpLocks/>
          </p:cNvCxnSpPr>
          <p:nvPr/>
        </p:nvCxnSpPr>
        <p:spPr>
          <a:xfrm>
            <a:off x="2032000" y="2675467"/>
            <a:ext cx="1235075" cy="13250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8D6B44B-8791-EA2E-8EB8-D2069DA9B4CF}"/>
              </a:ext>
            </a:extLst>
          </p:cNvPr>
          <p:cNvGrpSpPr/>
          <p:nvPr/>
        </p:nvGrpSpPr>
        <p:grpSpPr>
          <a:xfrm>
            <a:off x="2987211" y="3851810"/>
            <a:ext cx="525968" cy="300901"/>
            <a:chOff x="967835" y="2541918"/>
            <a:chExt cx="1426054" cy="463051"/>
          </a:xfrm>
        </p:grpSpPr>
        <p:grpSp>
          <p:nvGrpSpPr>
            <p:cNvPr id="146" name="Group 93">
              <a:extLst>
                <a:ext uri="{FF2B5EF4-FFF2-40B4-BE49-F238E27FC236}">
                  <a16:creationId xmlns:a16="http://schemas.microsoft.com/office/drawing/2014/main" id="{F211983E-06FA-ACFB-DCCA-CF9356FBD0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48" name="Group 94">
                <a:extLst>
                  <a:ext uri="{FF2B5EF4-FFF2-40B4-BE49-F238E27FC236}">
                    <a16:creationId xmlns:a16="http://schemas.microsoft.com/office/drawing/2014/main" id="{603B4B84-126B-E45B-F8F0-B17F8A09AFB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50" name="AutoShape 95">
                  <a:extLst>
                    <a:ext uri="{FF2B5EF4-FFF2-40B4-BE49-F238E27FC236}">
                      <a16:creationId xmlns:a16="http://schemas.microsoft.com/office/drawing/2014/main" id="{91FB1D8A-1149-5967-9AF9-38318EF2AA3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51" name="Group 96">
                  <a:extLst>
                    <a:ext uri="{FF2B5EF4-FFF2-40B4-BE49-F238E27FC236}">
                      <a16:creationId xmlns:a16="http://schemas.microsoft.com/office/drawing/2014/main" id="{241FA041-5142-FF46-7C1D-182781113B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52" name="Group 97">
                    <a:extLst>
                      <a:ext uri="{FF2B5EF4-FFF2-40B4-BE49-F238E27FC236}">
                        <a16:creationId xmlns:a16="http://schemas.microsoft.com/office/drawing/2014/main" id="{4488E95E-B0EF-9C85-ED9A-75D86ECD98D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62" name="Freeform 98">
                      <a:extLst>
                        <a:ext uri="{FF2B5EF4-FFF2-40B4-BE49-F238E27FC236}">
                          <a16:creationId xmlns:a16="http://schemas.microsoft.com/office/drawing/2014/main" id="{147157A0-3BB4-8A95-DEB9-74656511E6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3" name="Freeform 99">
                      <a:extLst>
                        <a:ext uri="{FF2B5EF4-FFF2-40B4-BE49-F238E27FC236}">
                          <a16:creationId xmlns:a16="http://schemas.microsoft.com/office/drawing/2014/main" id="{882DC819-58A7-0B50-0AC1-D6C1F0213B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4" name="Freeform 100">
                      <a:extLst>
                        <a:ext uri="{FF2B5EF4-FFF2-40B4-BE49-F238E27FC236}">
                          <a16:creationId xmlns:a16="http://schemas.microsoft.com/office/drawing/2014/main" id="{84A10CC0-21CD-57BD-8D2A-5C560796B8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5" name="Freeform 101">
                      <a:extLst>
                        <a:ext uri="{FF2B5EF4-FFF2-40B4-BE49-F238E27FC236}">
                          <a16:creationId xmlns:a16="http://schemas.microsoft.com/office/drawing/2014/main" id="{FCF8BB45-53F6-2DF1-DB24-F199453FE0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6" name="Freeform 102">
                      <a:extLst>
                        <a:ext uri="{FF2B5EF4-FFF2-40B4-BE49-F238E27FC236}">
                          <a16:creationId xmlns:a16="http://schemas.microsoft.com/office/drawing/2014/main" id="{7F0176DE-3A63-596F-2AB3-2B8DAD2686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7" name="Freeform 103">
                      <a:extLst>
                        <a:ext uri="{FF2B5EF4-FFF2-40B4-BE49-F238E27FC236}">
                          <a16:creationId xmlns:a16="http://schemas.microsoft.com/office/drawing/2014/main" id="{7C4FECB4-6EC3-DE20-F9C9-EC8CC2FBA5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8" name="Freeform 104">
                      <a:extLst>
                        <a:ext uri="{FF2B5EF4-FFF2-40B4-BE49-F238E27FC236}">
                          <a16:creationId xmlns:a16="http://schemas.microsoft.com/office/drawing/2014/main" id="{BA28C95D-24F0-DA8B-656B-FF360600D8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9" name="Freeform 105">
                      <a:extLst>
                        <a:ext uri="{FF2B5EF4-FFF2-40B4-BE49-F238E27FC236}">
                          <a16:creationId xmlns:a16="http://schemas.microsoft.com/office/drawing/2014/main" id="{AC528C1F-D5AE-7F07-3156-5A6C22D502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53" name="Group 106">
                    <a:extLst>
                      <a:ext uri="{FF2B5EF4-FFF2-40B4-BE49-F238E27FC236}">
                        <a16:creationId xmlns:a16="http://schemas.microsoft.com/office/drawing/2014/main" id="{AB70F37F-BF69-7AF8-31EB-A14543820F2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54" name="Freeform 107">
                      <a:extLst>
                        <a:ext uri="{FF2B5EF4-FFF2-40B4-BE49-F238E27FC236}">
                          <a16:creationId xmlns:a16="http://schemas.microsoft.com/office/drawing/2014/main" id="{F1C8CED1-5374-542D-AE88-66DD336F8A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5" name="Freeform 108">
                      <a:extLst>
                        <a:ext uri="{FF2B5EF4-FFF2-40B4-BE49-F238E27FC236}">
                          <a16:creationId xmlns:a16="http://schemas.microsoft.com/office/drawing/2014/main" id="{FFBAB7E3-E934-2AC0-5E64-7D63521BA9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6" name="Freeform 109">
                      <a:extLst>
                        <a:ext uri="{FF2B5EF4-FFF2-40B4-BE49-F238E27FC236}">
                          <a16:creationId xmlns:a16="http://schemas.microsoft.com/office/drawing/2014/main" id="{80A36D1E-59BB-C36F-D1E4-E2A24EF3EA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7" name="Freeform 110">
                      <a:extLst>
                        <a:ext uri="{FF2B5EF4-FFF2-40B4-BE49-F238E27FC236}">
                          <a16:creationId xmlns:a16="http://schemas.microsoft.com/office/drawing/2014/main" id="{A9B62AB8-4144-DDDD-BF6E-1E46F4E93F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8" name="Freeform 111">
                      <a:extLst>
                        <a:ext uri="{FF2B5EF4-FFF2-40B4-BE49-F238E27FC236}">
                          <a16:creationId xmlns:a16="http://schemas.microsoft.com/office/drawing/2014/main" id="{3F7E64DE-35AE-CD52-CA37-7FA0C040CE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59" name="Freeform 112">
                      <a:extLst>
                        <a:ext uri="{FF2B5EF4-FFF2-40B4-BE49-F238E27FC236}">
                          <a16:creationId xmlns:a16="http://schemas.microsoft.com/office/drawing/2014/main" id="{B9DC318B-3E3B-71B3-C94A-600BFCAD3F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0" name="Freeform 113">
                      <a:extLst>
                        <a:ext uri="{FF2B5EF4-FFF2-40B4-BE49-F238E27FC236}">
                          <a16:creationId xmlns:a16="http://schemas.microsoft.com/office/drawing/2014/main" id="{80E21B21-27D9-858E-B622-F4408BBD95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61" name="Freeform 114">
                      <a:extLst>
                        <a:ext uri="{FF2B5EF4-FFF2-40B4-BE49-F238E27FC236}">
                          <a16:creationId xmlns:a16="http://schemas.microsoft.com/office/drawing/2014/main" id="{8B1D2523-87EE-54B9-06D5-7E51FA13B6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49" name="WordArt 115">
                <a:extLst>
                  <a:ext uri="{FF2B5EF4-FFF2-40B4-BE49-F238E27FC236}">
                    <a16:creationId xmlns:a16="http://schemas.microsoft.com/office/drawing/2014/main" id="{933F9B06-AB6C-67CC-1254-190157CCB14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47" name="WordArt 68">
              <a:extLst>
                <a:ext uri="{FF2B5EF4-FFF2-40B4-BE49-F238E27FC236}">
                  <a16:creationId xmlns:a16="http://schemas.microsoft.com/office/drawing/2014/main" id="{0936A9D7-0AF8-EC29-5DC4-EE7D9A029C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as20r1</a:t>
              </a:r>
            </a:p>
          </p:txBody>
        </p:sp>
      </p:grpSp>
      <p:grpSp>
        <p:nvGrpSpPr>
          <p:cNvPr id="1016" name="Group 146">
            <a:extLst>
              <a:ext uri="{FF2B5EF4-FFF2-40B4-BE49-F238E27FC236}">
                <a16:creationId xmlns:a16="http://schemas.microsoft.com/office/drawing/2014/main" id="{C4DF0E18-578B-B251-1A9C-ACB3E945E41A}"/>
              </a:ext>
            </a:extLst>
          </p:cNvPr>
          <p:cNvGrpSpPr>
            <a:grpSpLocks/>
          </p:cNvGrpSpPr>
          <p:nvPr/>
        </p:nvGrpSpPr>
        <p:grpSpPr bwMode="auto">
          <a:xfrm>
            <a:off x="2173013" y="2961375"/>
            <a:ext cx="331036" cy="275863"/>
            <a:chOff x="144" y="3264"/>
            <a:chExt cx="288" cy="240"/>
          </a:xfrm>
        </p:grpSpPr>
        <p:sp>
          <p:nvSpPr>
            <p:cNvPr id="1017" name="Rectangle 147">
              <a:extLst>
                <a:ext uri="{FF2B5EF4-FFF2-40B4-BE49-F238E27FC236}">
                  <a16:creationId xmlns:a16="http://schemas.microsoft.com/office/drawing/2014/main" id="{3C9052EC-3CFF-7846-AD06-D799714A2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018" name="Rectangle 148">
              <a:extLst>
                <a:ext uri="{FF2B5EF4-FFF2-40B4-BE49-F238E27FC236}">
                  <a16:creationId xmlns:a16="http://schemas.microsoft.com/office/drawing/2014/main" id="{765D0119-CB9C-6167-1A9B-2A33F89AD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870" name="Line 149">
            <a:extLst>
              <a:ext uri="{FF2B5EF4-FFF2-40B4-BE49-F238E27FC236}">
                <a16:creationId xmlns:a16="http://schemas.microsoft.com/office/drawing/2014/main" id="{AADC9DDE-F9AD-56E4-C783-667F2F4334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080" y="852130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874" name="Text Box 153">
            <a:extLst>
              <a:ext uri="{FF2B5EF4-FFF2-40B4-BE49-F238E27FC236}">
                <a16:creationId xmlns:a16="http://schemas.microsoft.com/office/drawing/2014/main" id="{52C65B20-FDE0-CBEC-C0DC-4AA977EB8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346" y="636836"/>
            <a:ext cx="1321021" cy="253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8.8.8.8/32</a:t>
            </a:r>
          </a:p>
        </p:txBody>
      </p:sp>
      <p:grpSp>
        <p:nvGrpSpPr>
          <p:cNvPr id="977" name="Group 146">
            <a:extLst>
              <a:ext uri="{FF2B5EF4-FFF2-40B4-BE49-F238E27FC236}">
                <a16:creationId xmlns:a16="http://schemas.microsoft.com/office/drawing/2014/main" id="{767DCAAC-1CBE-5C91-6219-88EA677EC541}"/>
              </a:ext>
            </a:extLst>
          </p:cNvPr>
          <p:cNvGrpSpPr>
            <a:grpSpLocks/>
          </p:cNvGrpSpPr>
          <p:nvPr/>
        </p:nvGrpSpPr>
        <p:grpSpPr bwMode="auto">
          <a:xfrm>
            <a:off x="2876984" y="3545397"/>
            <a:ext cx="331036" cy="275863"/>
            <a:chOff x="144" y="3264"/>
            <a:chExt cx="288" cy="240"/>
          </a:xfrm>
        </p:grpSpPr>
        <p:sp>
          <p:nvSpPr>
            <p:cNvPr id="978" name="Rectangle 147">
              <a:extLst>
                <a:ext uri="{FF2B5EF4-FFF2-40B4-BE49-F238E27FC236}">
                  <a16:creationId xmlns:a16="http://schemas.microsoft.com/office/drawing/2014/main" id="{CE9FDC1D-1788-491A-B838-1284E83CF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979" name="Rectangle 148">
              <a:extLst>
                <a:ext uri="{FF2B5EF4-FFF2-40B4-BE49-F238E27FC236}">
                  <a16:creationId xmlns:a16="http://schemas.microsoft.com/office/drawing/2014/main" id="{01BEF8DC-2709-3BC5-254F-7786FC17C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156" name="Line 149">
            <a:extLst>
              <a:ext uri="{FF2B5EF4-FFF2-40B4-BE49-F238E27FC236}">
                <a16:creationId xmlns:a16="http://schemas.microsoft.com/office/drawing/2014/main" id="{70581030-F41E-5A28-9CAF-9BB5B7C684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1689" y="3408693"/>
            <a:ext cx="738338" cy="12792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57" name="Text Box 153">
            <a:extLst>
              <a:ext uri="{FF2B5EF4-FFF2-40B4-BE49-F238E27FC236}">
                <a16:creationId xmlns:a16="http://schemas.microsoft.com/office/drawing/2014/main" id="{BD004B39-ECBA-715B-3D6F-F8B223DBC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460" y="3400135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10.20.30.0/30</a:t>
            </a:r>
          </a:p>
        </p:txBody>
      </p:sp>
      <p:sp>
        <p:nvSpPr>
          <p:cNvPr id="1155" name="Oval 152">
            <a:extLst>
              <a:ext uri="{FF2B5EF4-FFF2-40B4-BE49-F238E27FC236}">
                <a16:creationId xmlns:a16="http://schemas.microsoft.com/office/drawing/2014/main" id="{FAF4EB6D-36B3-8DBA-6FC1-48949A00D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175" y="330640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158" name="Line 149">
            <a:extLst>
              <a:ext uri="{FF2B5EF4-FFF2-40B4-BE49-F238E27FC236}">
                <a16:creationId xmlns:a16="http://schemas.microsoft.com/office/drawing/2014/main" id="{F9A9E4B2-CB17-EFC8-7769-57E357297B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13408" y="4247753"/>
            <a:ext cx="1005986" cy="20996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59" name="Text Box 153">
            <a:extLst>
              <a:ext uri="{FF2B5EF4-FFF2-40B4-BE49-F238E27FC236}">
                <a16:creationId xmlns:a16="http://schemas.microsoft.com/office/drawing/2014/main" id="{51FB5FA9-BC62-589F-1563-8029AC053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79" y="4111270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10.20.40.0/30</a:t>
            </a:r>
          </a:p>
        </p:txBody>
      </p:sp>
      <p:sp>
        <p:nvSpPr>
          <p:cNvPr id="1038" name="Oval 152">
            <a:extLst>
              <a:ext uri="{FF2B5EF4-FFF2-40B4-BE49-F238E27FC236}">
                <a16:creationId xmlns:a16="http://schemas.microsoft.com/office/drawing/2014/main" id="{E9866F09-2ABB-7E95-85A5-89A6B478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807" y="4328265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160" name="Line 149">
            <a:extLst>
              <a:ext uri="{FF2B5EF4-FFF2-40B4-BE49-F238E27FC236}">
                <a16:creationId xmlns:a16="http://schemas.microsoft.com/office/drawing/2014/main" id="{0F271A49-864A-D1B8-E4FF-DA04411E25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5424" y="5639604"/>
            <a:ext cx="734373" cy="4395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1" name="Text Box 153">
            <a:extLst>
              <a:ext uri="{FF2B5EF4-FFF2-40B4-BE49-F238E27FC236}">
                <a16:creationId xmlns:a16="http://schemas.microsoft.com/office/drawing/2014/main" id="{4462573C-2BC0-90C6-EAC8-C97BCC68E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20" y="5547073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4.0.0.0/24</a:t>
            </a:r>
          </a:p>
        </p:txBody>
      </p:sp>
      <p:sp>
        <p:nvSpPr>
          <p:cNvPr id="1037" name="Oval 152">
            <a:extLst>
              <a:ext uri="{FF2B5EF4-FFF2-40B4-BE49-F238E27FC236}">
                <a16:creationId xmlns:a16="http://schemas.microsoft.com/office/drawing/2014/main" id="{14734EA2-703A-FF31-DCB7-342F156F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58" y="550888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D</a:t>
            </a:r>
          </a:p>
        </p:txBody>
      </p:sp>
      <p:grpSp>
        <p:nvGrpSpPr>
          <p:cNvPr id="1162" name="Group 146">
            <a:extLst>
              <a:ext uri="{FF2B5EF4-FFF2-40B4-BE49-F238E27FC236}">
                <a16:creationId xmlns:a16="http://schemas.microsoft.com/office/drawing/2014/main" id="{41271C16-1FED-9CED-10FD-77A4CAC215AB}"/>
              </a:ext>
            </a:extLst>
          </p:cNvPr>
          <p:cNvGrpSpPr>
            <a:grpSpLocks/>
          </p:cNvGrpSpPr>
          <p:nvPr/>
        </p:nvGrpSpPr>
        <p:grpSpPr bwMode="auto">
          <a:xfrm>
            <a:off x="3341476" y="3536619"/>
            <a:ext cx="331036" cy="275863"/>
            <a:chOff x="144" y="3264"/>
            <a:chExt cx="288" cy="240"/>
          </a:xfrm>
        </p:grpSpPr>
        <p:sp>
          <p:nvSpPr>
            <p:cNvPr id="1163" name="Rectangle 147">
              <a:extLst>
                <a:ext uri="{FF2B5EF4-FFF2-40B4-BE49-F238E27FC236}">
                  <a16:creationId xmlns:a16="http://schemas.microsoft.com/office/drawing/2014/main" id="{E6B5B25D-AE84-C234-AE4E-2351D3ADC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164" name="Rectangle 148">
              <a:extLst>
                <a:ext uri="{FF2B5EF4-FFF2-40B4-BE49-F238E27FC236}">
                  <a16:creationId xmlns:a16="http://schemas.microsoft.com/office/drawing/2014/main" id="{4AC72409-52BC-7A20-C143-CFC52D5AB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165" name="Line 149">
            <a:extLst>
              <a:ext uri="{FF2B5EF4-FFF2-40B4-BE49-F238E27FC236}">
                <a16:creationId xmlns:a16="http://schemas.microsoft.com/office/drawing/2014/main" id="{3EA5CC20-AA5F-316C-75F4-7B4D69D60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9990" y="3283063"/>
            <a:ext cx="905761" cy="42835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6" name="Text Box 153">
            <a:extLst>
              <a:ext uri="{FF2B5EF4-FFF2-40B4-BE49-F238E27FC236}">
                <a16:creationId xmlns:a16="http://schemas.microsoft.com/office/drawing/2014/main" id="{BDF8F558-1428-8331-4A09-A16EB2F2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597" y="3574937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10.1.20.0/30</a:t>
            </a:r>
          </a:p>
        </p:txBody>
      </p:sp>
      <p:sp>
        <p:nvSpPr>
          <p:cNvPr id="973" name="Oval 152">
            <a:extLst>
              <a:ext uri="{FF2B5EF4-FFF2-40B4-BE49-F238E27FC236}">
                <a16:creationId xmlns:a16="http://schemas.microsoft.com/office/drawing/2014/main" id="{68F77050-3ACD-8BD6-C14C-D1F12BD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367" y="313895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167" name="Line 149">
            <a:extLst>
              <a:ext uri="{FF2B5EF4-FFF2-40B4-BE49-F238E27FC236}">
                <a16:creationId xmlns:a16="http://schemas.microsoft.com/office/drawing/2014/main" id="{D8EAF944-E470-6D0A-6B85-EEFFAC253C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2714" y="4036435"/>
            <a:ext cx="626529" cy="206743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68" name="Text Box 153">
            <a:extLst>
              <a:ext uri="{FF2B5EF4-FFF2-40B4-BE49-F238E27FC236}">
                <a16:creationId xmlns:a16="http://schemas.microsoft.com/office/drawing/2014/main" id="{AEEB8F1A-6329-4567-B14F-DFF754F55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307" y="4073855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10.1.50.0/30</a:t>
            </a:r>
          </a:p>
        </p:txBody>
      </p:sp>
      <p:sp>
        <p:nvSpPr>
          <p:cNvPr id="1001" name="Oval 152">
            <a:extLst>
              <a:ext uri="{FF2B5EF4-FFF2-40B4-BE49-F238E27FC236}">
                <a16:creationId xmlns:a16="http://schemas.microsoft.com/office/drawing/2014/main" id="{74B4161C-0AE4-2D18-B111-70464C76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111" y="3931979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169" name="Line 149">
            <a:extLst>
              <a:ext uri="{FF2B5EF4-FFF2-40B4-BE49-F238E27FC236}">
                <a16:creationId xmlns:a16="http://schemas.microsoft.com/office/drawing/2014/main" id="{5FACC03C-B6FA-3988-4224-961F1CDE1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9359" y="5225777"/>
            <a:ext cx="677335" cy="16679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0" name="Text Box 153">
            <a:extLst>
              <a:ext uri="{FF2B5EF4-FFF2-40B4-BE49-F238E27FC236}">
                <a16:creationId xmlns:a16="http://schemas.microsoft.com/office/drawing/2014/main" id="{FA9B8AB1-EB39-E99F-8FE2-EDA6DBAC9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03" y="5138659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10.50.60.0/30</a:t>
            </a:r>
          </a:p>
        </p:txBody>
      </p:sp>
      <p:sp>
        <p:nvSpPr>
          <p:cNvPr id="1011" name="Oval 152">
            <a:extLst>
              <a:ext uri="{FF2B5EF4-FFF2-40B4-BE49-F238E27FC236}">
                <a16:creationId xmlns:a16="http://schemas.microsoft.com/office/drawing/2014/main" id="{B50F0B9E-1046-FF8F-0C9C-AF6E4FD91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144" y="5265617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1171" name="Line 149">
            <a:extLst>
              <a:ext uri="{FF2B5EF4-FFF2-40B4-BE49-F238E27FC236}">
                <a16:creationId xmlns:a16="http://schemas.microsoft.com/office/drawing/2014/main" id="{6930402A-E16D-2556-D0E9-EC995FF2C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4840" y="6062585"/>
            <a:ext cx="119272" cy="49761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2" name="Text Box 153">
            <a:extLst>
              <a:ext uri="{FF2B5EF4-FFF2-40B4-BE49-F238E27FC236}">
                <a16:creationId xmlns:a16="http://schemas.microsoft.com/office/drawing/2014/main" id="{B64F3D7A-078D-33BB-087C-945D1B31F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027" y="6432620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6.0.0.0/24</a:t>
            </a:r>
          </a:p>
        </p:txBody>
      </p:sp>
      <p:sp>
        <p:nvSpPr>
          <p:cNvPr id="1023" name="Oval 152">
            <a:extLst>
              <a:ext uri="{FF2B5EF4-FFF2-40B4-BE49-F238E27FC236}">
                <a16:creationId xmlns:a16="http://schemas.microsoft.com/office/drawing/2014/main" id="{FBE776E0-2615-1D1B-E397-40807559D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477" y="5948598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1173" name="Line 149">
            <a:extLst>
              <a:ext uri="{FF2B5EF4-FFF2-40B4-BE49-F238E27FC236}">
                <a16:creationId xmlns:a16="http://schemas.microsoft.com/office/drawing/2014/main" id="{C222D323-CA3C-FDB0-877A-AB947DE519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4818" y="2196730"/>
            <a:ext cx="416658" cy="530609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4" name="Text Box 153">
            <a:extLst>
              <a:ext uri="{FF2B5EF4-FFF2-40B4-BE49-F238E27FC236}">
                <a16:creationId xmlns:a16="http://schemas.microsoft.com/office/drawing/2014/main" id="{ABACECA1-0082-BB15-7AAA-6825E5AF3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839" y="2036444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10.1.70.0/30</a:t>
            </a:r>
          </a:p>
        </p:txBody>
      </p:sp>
      <p:sp>
        <p:nvSpPr>
          <p:cNvPr id="934" name="Oval 152">
            <a:extLst>
              <a:ext uri="{FF2B5EF4-FFF2-40B4-BE49-F238E27FC236}">
                <a16:creationId xmlns:a16="http://schemas.microsoft.com/office/drawing/2014/main" id="{D489F194-48B4-532E-ABF8-0C6D670A9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05" y="258841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1175" name="Line 149">
            <a:extLst>
              <a:ext uri="{FF2B5EF4-FFF2-40B4-BE49-F238E27FC236}">
                <a16:creationId xmlns:a16="http://schemas.microsoft.com/office/drawing/2014/main" id="{12A39722-4DA1-BA94-8B28-3272435EF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3382" y="2752192"/>
            <a:ext cx="458753" cy="22069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6" name="Text Box 153">
            <a:extLst>
              <a:ext uri="{FF2B5EF4-FFF2-40B4-BE49-F238E27FC236}">
                <a16:creationId xmlns:a16="http://schemas.microsoft.com/office/drawing/2014/main" id="{6C861753-85A0-D1B4-3E55-FA5BD9D8A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3028" y="2804221"/>
            <a:ext cx="12266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10.70.90.0/30</a:t>
            </a:r>
          </a:p>
        </p:txBody>
      </p:sp>
      <p:sp>
        <p:nvSpPr>
          <p:cNvPr id="926" name="Oval 152">
            <a:extLst>
              <a:ext uri="{FF2B5EF4-FFF2-40B4-BE49-F238E27FC236}">
                <a16:creationId xmlns:a16="http://schemas.microsoft.com/office/drawing/2014/main" id="{A84D5513-DE3E-F734-A625-647341B2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9773" y="2652893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1177" name="Line 149">
            <a:extLst>
              <a:ext uri="{FF2B5EF4-FFF2-40B4-BE49-F238E27FC236}">
                <a16:creationId xmlns:a16="http://schemas.microsoft.com/office/drawing/2014/main" id="{E4CAB4AE-18C4-4E4F-0185-4F22071ADF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34680" y="1354666"/>
            <a:ext cx="823223" cy="41451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78" name="Text Box 153">
            <a:extLst>
              <a:ext uri="{FF2B5EF4-FFF2-40B4-BE49-F238E27FC236}">
                <a16:creationId xmlns:a16="http://schemas.microsoft.com/office/drawing/2014/main" id="{6FFFCB03-F85F-565A-389C-90129B4BE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42" y="1170187"/>
            <a:ext cx="986167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9.0.0.0/24</a:t>
            </a:r>
          </a:p>
        </p:txBody>
      </p:sp>
      <p:sp>
        <p:nvSpPr>
          <p:cNvPr id="1046" name="Oval 152">
            <a:extLst>
              <a:ext uri="{FF2B5EF4-FFF2-40B4-BE49-F238E27FC236}">
                <a16:creationId xmlns:a16="http://schemas.microsoft.com/office/drawing/2014/main" id="{F03A55C9-715B-AF52-7671-771185C2F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840" y="1641701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 err="1">
                <a:latin typeface="Tahoma" panose="020B0604030504040204" pitchFamily="34" charset="0"/>
              </a:rPr>
              <a:t>Q</a:t>
            </a:r>
            <a:endParaRPr lang="it-IT" altLang="it-IT" sz="1200" dirty="0">
              <a:latin typeface="Tahoma" panose="020B0604030504040204" pitchFamily="34" charset="0"/>
            </a:endParaRPr>
          </a:p>
        </p:txBody>
      </p:sp>
      <p:sp>
        <p:nvSpPr>
          <p:cNvPr id="1183" name="Text Box 151">
            <a:extLst>
              <a:ext uri="{FF2B5EF4-FFF2-40B4-BE49-F238E27FC236}">
                <a16:creationId xmlns:a16="http://schemas.microsoft.com/office/drawing/2014/main" id="{21CF970C-8724-4E55-089D-6C3FD1F11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0069" y="1324796"/>
            <a:ext cx="63380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185" name="Line 149">
            <a:extLst>
              <a:ext uri="{FF2B5EF4-FFF2-40B4-BE49-F238E27FC236}">
                <a16:creationId xmlns:a16="http://schemas.microsoft.com/office/drawing/2014/main" id="{DCCB2A60-9EB4-4609-E381-AB8C3EBCD0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17579" y="1862392"/>
            <a:ext cx="436424" cy="25035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86" name="Text Box 153">
            <a:extLst>
              <a:ext uri="{FF2B5EF4-FFF2-40B4-BE49-F238E27FC236}">
                <a16:creationId xmlns:a16="http://schemas.microsoft.com/office/drawing/2014/main" id="{CDFA5230-CFE5-3A8B-3716-27721B2FF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627" y="1696126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10.1.1.0/30</a:t>
            </a:r>
          </a:p>
        </p:txBody>
      </p:sp>
      <p:sp>
        <p:nvSpPr>
          <p:cNvPr id="970" name="Oval 152">
            <a:extLst>
              <a:ext uri="{FF2B5EF4-FFF2-40B4-BE49-F238E27FC236}">
                <a16:creationId xmlns:a16="http://schemas.microsoft.com/office/drawing/2014/main" id="{3A67D79E-7D40-8D20-5C72-B99D7D16F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219" y="2060926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1187" name="Line 149">
            <a:extLst>
              <a:ext uri="{FF2B5EF4-FFF2-40B4-BE49-F238E27FC236}">
                <a16:creationId xmlns:a16="http://schemas.microsoft.com/office/drawing/2014/main" id="{6F63A362-D50A-F081-324A-21668829FC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33856" y="2632105"/>
            <a:ext cx="649224" cy="36797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88" name="Text Box 153">
            <a:extLst>
              <a:ext uri="{FF2B5EF4-FFF2-40B4-BE49-F238E27FC236}">
                <a16:creationId xmlns:a16="http://schemas.microsoft.com/office/drawing/2014/main" id="{5245921D-8359-DA69-2186-AC0EFDB89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167" y="2921168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10.1.2.0/30</a:t>
            </a:r>
          </a:p>
        </p:txBody>
      </p:sp>
      <p:sp>
        <p:nvSpPr>
          <p:cNvPr id="1189" name="Line 149">
            <a:extLst>
              <a:ext uri="{FF2B5EF4-FFF2-40B4-BE49-F238E27FC236}">
                <a16:creationId xmlns:a16="http://schemas.microsoft.com/office/drawing/2014/main" id="{90543406-3BDB-1CE5-0FA4-97232A5E0B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1652" y="2570347"/>
            <a:ext cx="411294" cy="41033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190" name="Text Box 153">
            <a:extLst>
              <a:ext uri="{FF2B5EF4-FFF2-40B4-BE49-F238E27FC236}">
                <a16:creationId xmlns:a16="http://schemas.microsoft.com/office/drawing/2014/main" id="{091438F9-A771-CC78-7396-3E75DDD53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406" y="2428578"/>
            <a:ext cx="106631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10.1.3.0/30</a:t>
            </a:r>
          </a:p>
        </p:txBody>
      </p:sp>
      <p:sp>
        <p:nvSpPr>
          <p:cNvPr id="950" name="Oval 152">
            <a:extLst>
              <a:ext uri="{FF2B5EF4-FFF2-40B4-BE49-F238E27FC236}">
                <a16:creationId xmlns:a16="http://schemas.microsoft.com/office/drawing/2014/main" id="{B7F635D8-0454-9C1F-F515-368D629D1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267" y="2871694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957" name="Oval 152">
            <a:extLst>
              <a:ext uri="{FF2B5EF4-FFF2-40B4-BE49-F238E27FC236}">
                <a16:creationId xmlns:a16="http://schemas.microsoft.com/office/drawing/2014/main" id="{9ED18F55-A651-4EA5-4EF1-76900D1BA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507" y="2539462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B15E20-3B48-E00A-B326-C61B63852FCA}"/>
              </a:ext>
            </a:extLst>
          </p:cNvPr>
          <p:cNvCxnSpPr>
            <a:cxnSpLocks/>
          </p:cNvCxnSpPr>
          <p:nvPr/>
        </p:nvCxnSpPr>
        <p:spPr>
          <a:xfrm>
            <a:off x="2035460" y="1594943"/>
            <a:ext cx="69565" cy="12292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81" name="Group 146">
            <a:extLst>
              <a:ext uri="{FF2B5EF4-FFF2-40B4-BE49-F238E27FC236}">
                <a16:creationId xmlns:a16="http://schemas.microsoft.com/office/drawing/2014/main" id="{3ACA7A06-4010-5573-303A-A77D1CA9C027}"/>
              </a:ext>
            </a:extLst>
          </p:cNvPr>
          <p:cNvGrpSpPr>
            <a:grpSpLocks/>
          </p:cNvGrpSpPr>
          <p:nvPr/>
        </p:nvGrpSpPr>
        <p:grpSpPr bwMode="auto">
          <a:xfrm>
            <a:off x="1922548" y="2308669"/>
            <a:ext cx="331036" cy="275863"/>
            <a:chOff x="144" y="3264"/>
            <a:chExt cx="288" cy="240"/>
          </a:xfrm>
        </p:grpSpPr>
        <p:sp>
          <p:nvSpPr>
            <p:cNvPr id="1082" name="Rectangle 147">
              <a:extLst>
                <a:ext uri="{FF2B5EF4-FFF2-40B4-BE49-F238E27FC236}">
                  <a16:creationId xmlns:a16="http://schemas.microsoft.com/office/drawing/2014/main" id="{D3660E98-588F-2E45-F5C6-A00AA5A80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083" name="Rectangle 148">
              <a:extLst>
                <a:ext uri="{FF2B5EF4-FFF2-40B4-BE49-F238E27FC236}">
                  <a16:creationId xmlns:a16="http://schemas.microsoft.com/office/drawing/2014/main" id="{AE52CE70-6D99-CC63-AD0F-3441581BA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117" name="Group 146">
            <a:extLst>
              <a:ext uri="{FF2B5EF4-FFF2-40B4-BE49-F238E27FC236}">
                <a16:creationId xmlns:a16="http://schemas.microsoft.com/office/drawing/2014/main" id="{70315A7B-288C-8727-0B4C-5BDA5FAD450A}"/>
              </a:ext>
            </a:extLst>
          </p:cNvPr>
          <p:cNvGrpSpPr>
            <a:grpSpLocks/>
          </p:cNvGrpSpPr>
          <p:nvPr/>
        </p:nvGrpSpPr>
        <p:grpSpPr bwMode="auto">
          <a:xfrm>
            <a:off x="1919522" y="1625997"/>
            <a:ext cx="331036" cy="275863"/>
            <a:chOff x="144" y="3264"/>
            <a:chExt cx="288" cy="240"/>
          </a:xfrm>
        </p:grpSpPr>
        <p:sp>
          <p:nvSpPr>
            <p:cNvPr id="1118" name="Rectangle 147">
              <a:extLst>
                <a:ext uri="{FF2B5EF4-FFF2-40B4-BE49-F238E27FC236}">
                  <a16:creationId xmlns:a16="http://schemas.microsoft.com/office/drawing/2014/main" id="{36CCDA44-5EAD-0DDA-F3B1-AC6B41E37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119" name="Rectangle 148">
              <a:extLst>
                <a:ext uri="{FF2B5EF4-FFF2-40B4-BE49-F238E27FC236}">
                  <a16:creationId xmlns:a16="http://schemas.microsoft.com/office/drawing/2014/main" id="{46444EBF-CA11-6C09-9FED-B0AF71121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15" name="Line 149">
            <a:extLst>
              <a:ext uri="{FF2B5EF4-FFF2-40B4-BE49-F238E27FC236}">
                <a16:creationId xmlns:a16="http://schemas.microsoft.com/office/drawing/2014/main" id="{7290976E-6DE2-D250-E407-80E1F33B7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438" y="2120151"/>
            <a:ext cx="996425" cy="180137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" name="Text Box 153">
            <a:extLst>
              <a:ext uri="{FF2B5EF4-FFF2-40B4-BE49-F238E27FC236}">
                <a16:creationId xmlns:a16="http://schemas.microsoft.com/office/drawing/2014/main" id="{0B5B2365-A736-5EC2-84E8-205C4BD81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514" y="2093806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10.30.1.0/30</a:t>
            </a:r>
          </a:p>
        </p:txBody>
      </p:sp>
      <p:sp>
        <p:nvSpPr>
          <p:cNvPr id="17" name="Oval 152">
            <a:extLst>
              <a:ext uri="{FF2B5EF4-FFF2-40B4-BE49-F238E27FC236}">
                <a16:creationId xmlns:a16="http://schemas.microsoft.com/office/drawing/2014/main" id="{5839F849-40A6-3CA2-385B-8C7BDB452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15" y="1976040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>
                <a:latin typeface="Tahoma" panose="020B0604030504040204" pitchFamily="34" charset="0"/>
              </a:rPr>
              <a:t>A</a:t>
            </a:r>
          </a:p>
        </p:txBody>
      </p: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9BBC9A65-E1AF-DB81-A43B-8BE9989A1BB6}"/>
              </a:ext>
            </a:extLst>
          </p:cNvPr>
          <p:cNvGrpSpPr/>
          <p:nvPr/>
        </p:nvGrpSpPr>
        <p:grpSpPr>
          <a:xfrm>
            <a:off x="1829400" y="2632013"/>
            <a:ext cx="525968" cy="300901"/>
            <a:chOff x="967835" y="2541918"/>
            <a:chExt cx="1426054" cy="463051"/>
          </a:xfrm>
        </p:grpSpPr>
        <p:grpSp>
          <p:nvGrpSpPr>
            <p:cNvPr id="1092" name="Group 93">
              <a:extLst>
                <a:ext uri="{FF2B5EF4-FFF2-40B4-BE49-F238E27FC236}">
                  <a16:creationId xmlns:a16="http://schemas.microsoft.com/office/drawing/2014/main" id="{EFD7F0C1-733E-B66A-7188-966014D249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094" name="Group 94">
                <a:extLst>
                  <a:ext uri="{FF2B5EF4-FFF2-40B4-BE49-F238E27FC236}">
                    <a16:creationId xmlns:a16="http://schemas.microsoft.com/office/drawing/2014/main" id="{D19337DC-AEC7-3567-9656-9224FFE85E0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096" name="AutoShape 95">
                  <a:extLst>
                    <a:ext uri="{FF2B5EF4-FFF2-40B4-BE49-F238E27FC236}">
                      <a16:creationId xmlns:a16="http://schemas.microsoft.com/office/drawing/2014/main" id="{83DA0827-85AB-F1B1-CCAD-7E0F4F53B3B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97" name="Group 96">
                  <a:extLst>
                    <a:ext uri="{FF2B5EF4-FFF2-40B4-BE49-F238E27FC236}">
                      <a16:creationId xmlns:a16="http://schemas.microsoft.com/office/drawing/2014/main" id="{E1A7CCAE-8C0C-3840-791B-81E9E34A212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098" name="Group 97">
                    <a:extLst>
                      <a:ext uri="{FF2B5EF4-FFF2-40B4-BE49-F238E27FC236}">
                        <a16:creationId xmlns:a16="http://schemas.microsoft.com/office/drawing/2014/main" id="{2335A3A3-E788-3232-7A3C-373AAD1C542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108" name="Freeform 98">
                      <a:extLst>
                        <a:ext uri="{FF2B5EF4-FFF2-40B4-BE49-F238E27FC236}">
                          <a16:creationId xmlns:a16="http://schemas.microsoft.com/office/drawing/2014/main" id="{F3546B27-240E-9B8F-3A3B-B121726108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9" name="Freeform 99">
                      <a:extLst>
                        <a:ext uri="{FF2B5EF4-FFF2-40B4-BE49-F238E27FC236}">
                          <a16:creationId xmlns:a16="http://schemas.microsoft.com/office/drawing/2014/main" id="{A97E7349-C7BB-AF88-A8E8-8E08847C63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0" name="Freeform 100">
                      <a:extLst>
                        <a:ext uri="{FF2B5EF4-FFF2-40B4-BE49-F238E27FC236}">
                          <a16:creationId xmlns:a16="http://schemas.microsoft.com/office/drawing/2014/main" id="{840388E1-9948-00AC-0F8D-BAF30C27A3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1" name="Freeform 101">
                      <a:extLst>
                        <a:ext uri="{FF2B5EF4-FFF2-40B4-BE49-F238E27FC236}">
                          <a16:creationId xmlns:a16="http://schemas.microsoft.com/office/drawing/2014/main" id="{CDACB868-53A6-91A6-72A2-58F335199C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2" name="Freeform 102">
                      <a:extLst>
                        <a:ext uri="{FF2B5EF4-FFF2-40B4-BE49-F238E27FC236}">
                          <a16:creationId xmlns:a16="http://schemas.microsoft.com/office/drawing/2014/main" id="{B2104497-6EBC-A586-937E-F3377AD90C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3" name="Freeform 103">
                      <a:extLst>
                        <a:ext uri="{FF2B5EF4-FFF2-40B4-BE49-F238E27FC236}">
                          <a16:creationId xmlns:a16="http://schemas.microsoft.com/office/drawing/2014/main" id="{1764127B-A937-D6B6-A4E3-C3E837FCCF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4" name="Freeform 104">
                      <a:extLst>
                        <a:ext uri="{FF2B5EF4-FFF2-40B4-BE49-F238E27FC236}">
                          <a16:creationId xmlns:a16="http://schemas.microsoft.com/office/drawing/2014/main" id="{BD0F3107-329D-B375-8095-ECBFAEE7D5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15" name="Freeform 105">
                      <a:extLst>
                        <a:ext uri="{FF2B5EF4-FFF2-40B4-BE49-F238E27FC236}">
                          <a16:creationId xmlns:a16="http://schemas.microsoft.com/office/drawing/2014/main" id="{90A9CD05-6998-48F4-46AB-FE6EEF62C2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1099" name="Group 106">
                    <a:extLst>
                      <a:ext uri="{FF2B5EF4-FFF2-40B4-BE49-F238E27FC236}">
                        <a16:creationId xmlns:a16="http://schemas.microsoft.com/office/drawing/2014/main" id="{3CB51E6D-7CFA-2B5D-EDFB-254E1CFE17B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100" name="Freeform 107">
                      <a:extLst>
                        <a:ext uri="{FF2B5EF4-FFF2-40B4-BE49-F238E27FC236}">
                          <a16:creationId xmlns:a16="http://schemas.microsoft.com/office/drawing/2014/main" id="{C104E0B1-E4AB-B37D-6DA2-6FE8C12562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1" name="Freeform 108">
                      <a:extLst>
                        <a:ext uri="{FF2B5EF4-FFF2-40B4-BE49-F238E27FC236}">
                          <a16:creationId xmlns:a16="http://schemas.microsoft.com/office/drawing/2014/main" id="{0998C8A5-7CD6-0188-E0B2-6FD616E8CD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2" name="Freeform 109">
                      <a:extLst>
                        <a:ext uri="{FF2B5EF4-FFF2-40B4-BE49-F238E27FC236}">
                          <a16:creationId xmlns:a16="http://schemas.microsoft.com/office/drawing/2014/main" id="{548720E6-AB52-31F0-862A-5D052B7E6B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3" name="Freeform 110">
                      <a:extLst>
                        <a:ext uri="{FF2B5EF4-FFF2-40B4-BE49-F238E27FC236}">
                          <a16:creationId xmlns:a16="http://schemas.microsoft.com/office/drawing/2014/main" id="{77476156-059F-61CE-3991-E43D109502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4" name="Freeform 111">
                      <a:extLst>
                        <a:ext uri="{FF2B5EF4-FFF2-40B4-BE49-F238E27FC236}">
                          <a16:creationId xmlns:a16="http://schemas.microsoft.com/office/drawing/2014/main" id="{1B9E0A25-CBDD-9079-2875-2AE9E935AB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5" name="Freeform 112">
                      <a:extLst>
                        <a:ext uri="{FF2B5EF4-FFF2-40B4-BE49-F238E27FC236}">
                          <a16:creationId xmlns:a16="http://schemas.microsoft.com/office/drawing/2014/main" id="{AEEADF07-BB61-4500-0400-04578430B2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6" name="Freeform 113">
                      <a:extLst>
                        <a:ext uri="{FF2B5EF4-FFF2-40B4-BE49-F238E27FC236}">
                          <a16:creationId xmlns:a16="http://schemas.microsoft.com/office/drawing/2014/main" id="{40557C59-2D9D-6D3C-DCC3-B1038BA9BA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107" name="Freeform 114">
                      <a:extLst>
                        <a:ext uri="{FF2B5EF4-FFF2-40B4-BE49-F238E27FC236}">
                          <a16:creationId xmlns:a16="http://schemas.microsoft.com/office/drawing/2014/main" id="{99FDC9BE-6638-61F0-F357-98C22FFA62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1095" name="WordArt 115">
                <a:extLst>
                  <a:ext uri="{FF2B5EF4-FFF2-40B4-BE49-F238E27FC236}">
                    <a16:creationId xmlns:a16="http://schemas.microsoft.com/office/drawing/2014/main" id="{4709CD4C-C0A3-74FB-E418-E1324CD1CF6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93" name="WordArt 68">
              <a:extLst>
                <a:ext uri="{FF2B5EF4-FFF2-40B4-BE49-F238E27FC236}">
                  <a16:creationId xmlns:a16="http://schemas.microsoft.com/office/drawing/2014/main" id="{7F354BD2-8DD7-041E-6F57-07DDC82ACE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as30r1</a:t>
              </a:r>
            </a:p>
          </p:txBody>
        </p:sp>
      </p:grpSp>
      <p:sp>
        <p:nvSpPr>
          <p:cNvPr id="36" name="Line 149">
            <a:extLst>
              <a:ext uri="{FF2B5EF4-FFF2-40B4-BE49-F238E27FC236}">
                <a16:creationId xmlns:a16="http://schemas.microsoft.com/office/drawing/2014/main" id="{D5A82A1B-376D-EE3E-8BC8-88DC9FA16D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99367" y="4464106"/>
            <a:ext cx="676833" cy="35763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37" name="Text Box 153">
            <a:extLst>
              <a:ext uri="{FF2B5EF4-FFF2-40B4-BE49-F238E27FC236}">
                <a16:creationId xmlns:a16="http://schemas.microsoft.com/office/drawing/2014/main" id="{01006B8A-23A5-F928-EF57-EF5FE822C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2633" y="4248812"/>
            <a:ext cx="1321021" cy="253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lo: 8.8.8.8/32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0379C8-9890-E1CB-D44D-54140B9C75E2}"/>
              </a:ext>
            </a:extLst>
          </p:cNvPr>
          <p:cNvCxnSpPr>
            <a:cxnSpLocks/>
          </p:cNvCxnSpPr>
          <p:nvPr/>
        </p:nvCxnSpPr>
        <p:spPr>
          <a:xfrm>
            <a:off x="8892852" y="3395542"/>
            <a:ext cx="189209" cy="14272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Group 146">
            <a:extLst>
              <a:ext uri="{FF2B5EF4-FFF2-40B4-BE49-F238E27FC236}">
                <a16:creationId xmlns:a16="http://schemas.microsoft.com/office/drawing/2014/main" id="{8417B3E7-FAA6-1351-C426-556CF07925E1}"/>
              </a:ext>
            </a:extLst>
          </p:cNvPr>
          <p:cNvGrpSpPr>
            <a:grpSpLocks/>
          </p:cNvGrpSpPr>
          <p:nvPr/>
        </p:nvGrpSpPr>
        <p:grpSpPr bwMode="auto">
          <a:xfrm>
            <a:off x="8847756" y="4303624"/>
            <a:ext cx="331036" cy="275863"/>
            <a:chOff x="144" y="3264"/>
            <a:chExt cx="288" cy="240"/>
          </a:xfrm>
        </p:grpSpPr>
        <p:sp>
          <p:nvSpPr>
            <p:cNvPr id="40" name="Rectangle 147">
              <a:extLst>
                <a:ext uri="{FF2B5EF4-FFF2-40B4-BE49-F238E27FC236}">
                  <a16:creationId xmlns:a16="http://schemas.microsoft.com/office/drawing/2014/main" id="{F483474F-D5CF-961E-E99B-341ADA907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41" name="Rectangle 148">
              <a:extLst>
                <a:ext uri="{FF2B5EF4-FFF2-40B4-BE49-F238E27FC236}">
                  <a16:creationId xmlns:a16="http://schemas.microsoft.com/office/drawing/2014/main" id="{1F8B7239-6435-4FA2-762C-E20C5AB4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42" name="Line 149">
            <a:extLst>
              <a:ext uri="{FF2B5EF4-FFF2-40B4-BE49-F238E27FC236}">
                <a16:creationId xmlns:a16="http://schemas.microsoft.com/office/drawing/2014/main" id="{669D838F-9582-1C9B-965F-3EF2778F9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2051" y="4119910"/>
            <a:ext cx="973917" cy="20560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43" name="Text Box 153">
            <a:extLst>
              <a:ext uri="{FF2B5EF4-FFF2-40B4-BE49-F238E27FC236}">
                <a16:creationId xmlns:a16="http://schemas.microsoft.com/office/drawing/2014/main" id="{D6F73649-E709-F229-B8F0-A17C3860E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032" y="4248812"/>
            <a:ext cx="1146468" cy="253916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50" b="1" dirty="0">
                <a:latin typeface="Courier New" panose="02070309020205020404" pitchFamily="49" charset="0"/>
              </a:rPr>
              <a:t>10.70.1.0/30</a:t>
            </a:r>
          </a:p>
        </p:txBody>
      </p:sp>
      <p:sp>
        <p:nvSpPr>
          <p:cNvPr id="44" name="Oval 152">
            <a:extLst>
              <a:ext uri="{FF2B5EF4-FFF2-40B4-BE49-F238E27FC236}">
                <a16:creationId xmlns:a16="http://schemas.microsoft.com/office/drawing/2014/main" id="{D3FB4192-2544-1B47-48E9-7CBC0FB65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684" y="3990235"/>
            <a:ext cx="220690" cy="22069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dirty="0" err="1">
                <a:latin typeface="Tahoma" panose="020B0604030504040204" pitchFamily="34" charset="0"/>
              </a:rPr>
              <a:t>P</a:t>
            </a:r>
            <a:endParaRPr lang="it-IT" altLang="it-IT" sz="1200" dirty="0">
              <a:latin typeface="Tahoma" panose="020B0604030504040204" pitchFamily="34" charset="0"/>
            </a:endParaRP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4F9509B1-5987-6B69-41D5-136BE57A2384}"/>
              </a:ext>
            </a:extLst>
          </p:cNvPr>
          <p:cNvGrpSpPr/>
          <p:nvPr/>
        </p:nvGrpSpPr>
        <p:grpSpPr>
          <a:xfrm>
            <a:off x="8610873" y="3238157"/>
            <a:ext cx="525968" cy="300901"/>
            <a:chOff x="967835" y="2541918"/>
            <a:chExt cx="1426054" cy="463051"/>
          </a:xfrm>
        </p:grpSpPr>
        <p:grpSp>
          <p:nvGrpSpPr>
            <p:cNvPr id="461" name="Group 93">
              <a:extLst>
                <a:ext uri="{FF2B5EF4-FFF2-40B4-BE49-F238E27FC236}">
                  <a16:creationId xmlns:a16="http://schemas.microsoft.com/office/drawing/2014/main" id="{80C3FEB9-2E04-4E26-1B54-B76D8E2F7E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63" name="Group 94">
                <a:extLst>
                  <a:ext uri="{FF2B5EF4-FFF2-40B4-BE49-F238E27FC236}">
                    <a16:creationId xmlns:a16="http://schemas.microsoft.com/office/drawing/2014/main" id="{7440FD58-6AB5-077B-F1EB-2549FF1F4A9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65" name="AutoShape 95">
                  <a:extLst>
                    <a:ext uri="{FF2B5EF4-FFF2-40B4-BE49-F238E27FC236}">
                      <a16:creationId xmlns:a16="http://schemas.microsoft.com/office/drawing/2014/main" id="{9DFA10C5-7832-E7B1-6ED3-07771CCC30A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6" name="Group 96">
                  <a:extLst>
                    <a:ext uri="{FF2B5EF4-FFF2-40B4-BE49-F238E27FC236}">
                      <a16:creationId xmlns:a16="http://schemas.microsoft.com/office/drawing/2014/main" id="{1CFC864C-954A-1A58-E521-C437E85766F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67" name="Group 97">
                    <a:extLst>
                      <a:ext uri="{FF2B5EF4-FFF2-40B4-BE49-F238E27FC236}">
                        <a16:creationId xmlns:a16="http://schemas.microsoft.com/office/drawing/2014/main" id="{C184AE44-1BD7-A132-CC14-A5E9D54FD54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77" name="Freeform 98">
                      <a:extLst>
                        <a:ext uri="{FF2B5EF4-FFF2-40B4-BE49-F238E27FC236}">
                          <a16:creationId xmlns:a16="http://schemas.microsoft.com/office/drawing/2014/main" id="{2D0B0029-C87F-C116-2B27-CF35C357BD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8" name="Freeform 99">
                      <a:extLst>
                        <a:ext uri="{FF2B5EF4-FFF2-40B4-BE49-F238E27FC236}">
                          <a16:creationId xmlns:a16="http://schemas.microsoft.com/office/drawing/2014/main" id="{B0FDA958-BA9B-19E8-D9A9-E3A65F91D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9" name="Freeform 100">
                      <a:extLst>
                        <a:ext uri="{FF2B5EF4-FFF2-40B4-BE49-F238E27FC236}">
                          <a16:creationId xmlns:a16="http://schemas.microsoft.com/office/drawing/2014/main" id="{C1BC787A-9905-155A-3546-A015AE4D70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0" name="Freeform 101">
                      <a:extLst>
                        <a:ext uri="{FF2B5EF4-FFF2-40B4-BE49-F238E27FC236}">
                          <a16:creationId xmlns:a16="http://schemas.microsoft.com/office/drawing/2014/main" id="{4B7C9B5B-5C5E-1BCF-39A5-47A9938434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1" name="Freeform 102">
                      <a:extLst>
                        <a:ext uri="{FF2B5EF4-FFF2-40B4-BE49-F238E27FC236}">
                          <a16:creationId xmlns:a16="http://schemas.microsoft.com/office/drawing/2014/main" id="{124A8BC2-EC6C-C740-C830-6B73CD2561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2" name="Freeform 103">
                      <a:extLst>
                        <a:ext uri="{FF2B5EF4-FFF2-40B4-BE49-F238E27FC236}">
                          <a16:creationId xmlns:a16="http://schemas.microsoft.com/office/drawing/2014/main" id="{10102775-EE42-4399-DA50-C6AEF6CEA5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3" name="Freeform 104">
                      <a:extLst>
                        <a:ext uri="{FF2B5EF4-FFF2-40B4-BE49-F238E27FC236}">
                          <a16:creationId xmlns:a16="http://schemas.microsoft.com/office/drawing/2014/main" id="{4745857F-B771-EFEA-4E84-EE42166D21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84" name="Freeform 105">
                      <a:extLst>
                        <a:ext uri="{FF2B5EF4-FFF2-40B4-BE49-F238E27FC236}">
                          <a16:creationId xmlns:a16="http://schemas.microsoft.com/office/drawing/2014/main" id="{ACB2A67E-5693-A56D-EB77-92D6C907CB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  <p:grpSp>
                <p:nvGrpSpPr>
                  <p:cNvPr id="468" name="Group 106">
                    <a:extLst>
                      <a:ext uri="{FF2B5EF4-FFF2-40B4-BE49-F238E27FC236}">
                        <a16:creationId xmlns:a16="http://schemas.microsoft.com/office/drawing/2014/main" id="{079CB80E-D095-E122-F22E-99B10C02B7A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69" name="Freeform 107">
                      <a:extLst>
                        <a:ext uri="{FF2B5EF4-FFF2-40B4-BE49-F238E27FC236}">
                          <a16:creationId xmlns:a16="http://schemas.microsoft.com/office/drawing/2014/main" id="{1BCF8FA0-5225-7727-6C6E-729778059B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0" name="Freeform 108">
                      <a:extLst>
                        <a:ext uri="{FF2B5EF4-FFF2-40B4-BE49-F238E27FC236}">
                          <a16:creationId xmlns:a16="http://schemas.microsoft.com/office/drawing/2014/main" id="{EA7E5812-699B-D5D5-B4FF-2EA826A7DE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1" name="Freeform 109">
                      <a:extLst>
                        <a:ext uri="{FF2B5EF4-FFF2-40B4-BE49-F238E27FC236}">
                          <a16:creationId xmlns:a16="http://schemas.microsoft.com/office/drawing/2014/main" id="{A869A91B-BA32-B934-A8C2-F52C21BF5B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2" name="Freeform 110">
                      <a:extLst>
                        <a:ext uri="{FF2B5EF4-FFF2-40B4-BE49-F238E27FC236}">
                          <a16:creationId xmlns:a16="http://schemas.microsoft.com/office/drawing/2014/main" id="{1EED9A20-1FBC-977D-E9A7-36214C1B7D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3" name="Freeform 111">
                      <a:extLst>
                        <a:ext uri="{FF2B5EF4-FFF2-40B4-BE49-F238E27FC236}">
                          <a16:creationId xmlns:a16="http://schemas.microsoft.com/office/drawing/2014/main" id="{3E5AD69C-A2F9-D3FD-29C9-9BCF86232D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4" name="Freeform 112">
                      <a:extLst>
                        <a:ext uri="{FF2B5EF4-FFF2-40B4-BE49-F238E27FC236}">
                          <a16:creationId xmlns:a16="http://schemas.microsoft.com/office/drawing/2014/main" id="{2509830D-07C7-B474-840A-585652BDD4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5" name="Freeform 113">
                      <a:extLst>
                        <a:ext uri="{FF2B5EF4-FFF2-40B4-BE49-F238E27FC236}">
                          <a16:creationId xmlns:a16="http://schemas.microsoft.com/office/drawing/2014/main" id="{59B9ECFE-E338-89AF-A861-7A249EF2CE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476" name="Freeform 114">
                      <a:extLst>
                        <a:ext uri="{FF2B5EF4-FFF2-40B4-BE49-F238E27FC236}">
                          <a16:creationId xmlns:a16="http://schemas.microsoft.com/office/drawing/2014/main" id="{CCDA87B1-1A52-474E-4DD7-DB6CAF153E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 sz="1400"/>
                    </a:p>
                  </p:txBody>
                </p:sp>
              </p:grpSp>
            </p:grpSp>
          </p:grpSp>
          <p:sp>
            <p:nvSpPr>
              <p:cNvPr id="464" name="WordArt 115">
                <a:extLst>
                  <a:ext uri="{FF2B5EF4-FFF2-40B4-BE49-F238E27FC236}">
                    <a16:creationId xmlns:a16="http://schemas.microsoft.com/office/drawing/2014/main" id="{6970261B-28EE-5FE5-07BE-F9A79066D8B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62" name="WordArt 68">
              <a:extLst>
                <a:ext uri="{FF2B5EF4-FFF2-40B4-BE49-F238E27FC236}">
                  <a16:creationId xmlns:a16="http://schemas.microsoft.com/office/drawing/2014/main" id="{1D2ECF20-3003-6840-4C66-C2C7206724E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1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as70r1</a:t>
              </a:r>
            </a:p>
          </p:txBody>
        </p:sp>
      </p:grpSp>
      <p:grpSp>
        <p:nvGrpSpPr>
          <p:cNvPr id="30" name="Group 199">
            <a:extLst>
              <a:ext uri="{FF2B5EF4-FFF2-40B4-BE49-F238E27FC236}">
                <a16:creationId xmlns:a16="http://schemas.microsoft.com/office/drawing/2014/main" id="{53291BA7-1EAF-8455-36C8-AB194C498039}"/>
              </a:ext>
            </a:extLst>
          </p:cNvPr>
          <p:cNvGrpSpPr>
            <a:grpSpLocks/>
          </p:cNvGrpSpPr>
          <p:nvPr/>
        </p:nvGrpSpPr>
        <p:grpSpPr bwMode="auto">
          <a:xfrm>
            <a:off x="8639978" y="4624905"/>
            <a:ext cx="812283" cy="628772"/>
            <a:chOff x="4408" y="1052"/>
            <a:chExt cx="1173" cy="908"/>
          </a:xfrm>
        </p:grpSpPr>
        <p:sp>
          <p:nvSpPr>
            <p:cNvPr id="31" name="Text Box 169">
              <a:extLst>
                <a:ext uri="{FF2B5EF4-FFF2-40B4-BE49-F238E27FC236}">
                  <a16:creationId xmlns:a16="http://schemas.microsoft.com/office/drawing/2014/main" id="{A4874E28-9BF4-E135-8BBE-ADAD049C0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601"/>
              <a:ext cx="117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dns2</a:t>
              </a:r>
              <a:endParaRPr lang="en-US" altLang="it-IT" sz="900" b="1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09EDCC0-D4FE-B4D9-745B-2C09A74178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5" y="1052"/>
              <a:ext cx="618" cy="572"/>
              <a:chOff x="4705" y="893"/>
              <a:chExt cx="618" cy="572"/>
            </a:xfrm>
          </p:grpSpPr>
          <p:sp>
            <p:nvSpPr>
              <p:cNvPr id="33" name="AutoShape 171">
                <a:extLst>
                  <a:ext uri="{FF2B5EF4-FFF2-40B4-BE49-F238E27FC236}">
                    <a16:creationId xmlns:a16="http://schemas.microsoft.com/office/drawing/2014/main" id="{1214A971-FEF6-B733-A09E-15EA8CD32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5" y="893"/>
                <a:ext cx="618" cy="572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mainfrm">
                <a:extLst>
                  <a:ext uri="{FF2B5EF4-FFF2-40B4-BE49-F238E27FC236}">
                    <a16:creationId xmlns:a16="http://schemas.microsoft.com/office/drawing/2014/main" id="{4C6C9D07-8556-3C55-C964-B6550495FBE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4705" y="981"/>
                <a:ext cx="530" cy="4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WordArt 173">
                <a:extLst>
                  <a:ext uri="{FF2B5EF4-FFF2-40B4-BE49-F238E27FC236}">
                    <a16:creationId xmlns:a16="http://schemas.microsoft.com/office/drawing/2014/main" id="{CD3F6FC8-F0FC-CEFE-02AF-B7B153343B0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742" y="1031"/>
                <a:ext cx="454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GB" sz="3600" kern="10" dirty="0">
                    <a:ln w="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DNS</a:t>
                </a:r>
              </a:p>
            </p:txBody>
          </p:sp>
        </p:grpSp>
      </p:grpSp>
      <p:grpSp>
        <p:nvGrpSpPr>
          <p:cNvPr id="867" name="Group 146">
            <a:extLst>
              <a:ext uri="{FF2B5EF4-FFF2-40B4-BE49-F238E27FC236}">
                <a16:creationId xmlns:a16="http://schemas.microsoft.com/office/drawing/2014/main" id="{6428A938-94B4-9D59-6483-084F3080DA19}"/>
              </a:ext>
            </a:extLst>
          </p:cNvPr>
          <p:cNvGrpSpPr>
            <a:grpSpLocks/>
          </p:cNvGrpSpPr>
          <p:nvPr/>
        </p:nvGrpSpPr>
        <p:grpSpPr bwMode="auto">
          <a:xfrm>
            <a:off x="8745900" y="3579376"/>
            <a:ext cx="331036" cy="275863"/>
            <a:chOff x="144" y="3264"/>
            <a:chExt cx="288" cy="240"/>
          </a:xfrm>
        </p:grpSpPr>
        <p:sp>
          <p:nvSpPr>
            <p:cNvPr id="868" name="Rectangle 147">
              <a:extLst>
                <a:ext uri="{FF2B5EF4-FFF2-40B4-BE49-F238E27FC236}">
                  <a16:creationId xmlns:a16="http://schemas.microsoft.com/office/drawing/2014/main" id="{7A98BE7B-08ED-8AD0-A36E-9D855E285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 dirty="0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869" name="Rectangle 148">
              <a:extLst>
                <a:ext uri="{FF2B5EF4-FFF2-40B4-BE49-F238E27FC236}">
                  <a16:creationId xmlns:a16="http://schemas.microsoft.com/office/drawing/2014/main" id="{73B98A5C-FBF3-DA3D-4E8B-841C481C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0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46" name="Text Box 151">
            <a:extLst>
              <a:ext uri="{FF2B5EF4-FFF2-40B4-BE49-F238E27FC236}">
                <a16:creationId xmlns:a16="http://schemas.microsoft.com/office/drawing/2014/main" id="{04CB2D05-152E-D909-7978-9F7F8C32A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96" y="1834098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</a:t>
            </a:r>
          </a:p>
        </p:txBody>
      </p:sp>
      <p:sp>
        <p:nvSpPr>
          <p:cNvPr id="47" name="Text Box 151">
            <a:extLst>
              <a:ext uri="{FF2B5EF4-FFF2-40B4-BE49-F238E27FC236}">
                <a16:creationId xmlns:a16="http://schemas.microsoft.com/office/drawing/2014/main" id="{2D5FCFD2-4378-6E22-B6DE-F04FF3E62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399" y="5533240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</a:t>
            </a:r>
          </a:p>
        </p:txBody>
      </p:sp>
      <p:sp>
        <p:nvSpPr>
          <p:cNvPr id="48" name="Text Box 151">
            <a:extLst>
              <a:ext uri="{FF2B5EF4-FFF2-40B4-BE49-F238E27FC236}">
                <a16:creationId xmlns:a16="http://schemas.microsoft.com/office/drawing/2014/main" id="{7FDE94A5-71A7-2C2C-5ADD-D98B5AD3F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027" y="5552996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60</a:t>
            </a:r>
          </a:p>
        </p:txBody>
      </p:sp>
      <p:sp>
        <p:nvSpPr>
          <p:cNvPr id="49" name="Text Box 151">
            <a:extLst>
              <a:ext uri="{FF2B5EF4-FFF2-40B4-BE49-F238E27FC236}">
                <a16:creationId xmlns:a16="http://schemas.microsoft.com/office/drawing/2014/main" id="{7A4302DF-ACF6-1A7A-F3EB-94032878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509" y="3569111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sp>
        <p:nvSpPr>
          <p:cNvPr id="50" name="Text Box 151">
            <a:extLst>
              <a:ext uri="{FF2B5EF4-FFF2-40B4-BE49-F238E27FC236}">
                <a16:creationId xmlns:a16="http://schemas.microsoft.com/office/drawing/2014/main" id="{6B4D6921-2A60-EF81-C33C-3F4FCC695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6185" y="2056211"/>
            <a:ext cx="78128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defTabSz="457200" eaLnBrk="0" fontAlgn="base" hangingPunct="0"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it-IT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744311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83CC-E2F3-F047-B4C8-60D03910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7290-820F-8A90-AA84-89FD9AE6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goal of the lab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31671A7-C470-BA97-B591-988E4C4B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c1</a:t>
            </a:r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c2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c3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need to resolve the domain name </a:t>
            </a:r>
            <a:r>
              <a:rPr lang="en-US" sz="2800" b="0" i="0" u="none" strike="noStrike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google.com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need to reach 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closest (and healthy) DNS server</a:t>
            </a:r>
          </a:p>
          <a:p>
            <a:r>
              <a:rPr lang="en-US" sz="28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DNS servers are configured 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anycast IP </a:t>
            </a:r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8.8.8.8</a:t>
            </a:r>
            <a:endParaRPr lang="en-US" sz="2400" dirty="0">
              <a:solidFill>
                <a:srgbClr val="333333"/>
              </a:solidFill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2599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7762-AD22-B356-327A-EC886B60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AA-0E79-C639-87B6-4899150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topology</a:t>
            </a:r>
          </a:p>
        </p:txBody>
      </p:sp>
      <p:sp>
        <p:nvSpPr>
          <p:cNvPr id="947" name="Content Placeholder 946">
            <a:extLst>
              <a:ext uri="{FF2B5EF4-FFF2-40B4-BE49-F238E27FC236}">
                <a16:creationId xmlns:a16="http://schemas.microsoft.com/office/drawing/2014/main" id="{68E92EA3-CA2E-203D-CC28-0114FEC3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all the devices composing AS30 and AS70</a:t>
            </a:r>
          </a:p>
          <a:p>
            <a:pPr lvl="1"/>
            <a:r>
              <a:rPr lang="en-US" dirty="0"/>
              <a:t>the proper metadata are already declared in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lab.conf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define devices’ interfaces in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lab.conf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write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as30r1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as70r1</a:t>
            </a:r>
            <a:r>
              <a:rPr lang="en-US" dirty="0"/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“.startup” files and FRR config</a:t>
            </a:r>
          </a:p>
          <a:p>
            <a:pPr lvl="1"/>
            <a:r>
              <a:rPr lang="en-US" dirty="0"/>
              <a:t>specify IP addresses of the interfaces</a:t>
            </a:r>
          </a:p>
          <a:p>
            <a:pPr lvl="1"/>
            <a:r>
              <a:rPr lang="en-US" dirty="0"/>
              <a:t>start the correct eBGP </a:t>
            </a:r>
            <a:r>
              <a:rPr lang="en-US" dirty="0" err="1"/>
              <a:t>peerings</a:t>
            </a:r>
            <a:r>
              <a:rPr lang="en-US" dirty="0"/>
              <a:t> (with AS20, or AS1/AS90)</a:t>
            </a:r>
          </a:p>
          <a:p>
            <a:pPr lvl="1"/>
            <a:r>
              <a:rPr lang="en-US" dirty="0"/>
              <a:t>start the correct iBGP </a:t>
            </a:r>
            <a:r>
              <a:rPr lang="en-US" dirty="0" err="1"/>
              <a:t>peerings</a:t>
            </a:r>
            <a:r>
              <a:rPr lang="en-US" dirty="0"/>
              <a:t> (with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7594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85E5-B01E-7A1D-1509-7E92C7D4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1A91-6BE4-0466-E8AA-1E60502E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topology</a:t>
            </a:r>
          </a:p>
        </p:txBody>
      </p:sp>
      <p:sp>
        <p:nvSpPr>
          <p:cNvPr id="947" name="Content Placeholder 946">
            <a:extLst>
              <a:ext uri="{FF2B5EF4-FFF2-40B4-BE49-F238E27FC236}">
                <a16:creationId xmlns:a16="http://schemas.microsoft.com/office/drawing/2014/main" id="{29FC5A07-3E76-C0FD-199C-C794D1D4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/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“.startup” files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specify IP addresses and the default route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BIND and FRR services</a:t>
            </a:r>
            <a:endParaRPr lang="en-US" dirty="0"/>
          </a:p>
          <a:p>
            <a:r>
              <a:rPr lang="en-US" dirty="0"/>
              <a:t>configure the BIND service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</a:p>
          <a:p>
            <a:pPr lvl="1"/>
            <a:r>
              <a:rPr lang="en-US" dirty="0"/>
              <a:t>resolve the domain name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google.com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/>
              <a:t> with A record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8.8.4.4</a:t>
            </a:r>
            <a:r>
              <a:rPr lang="en-US" dirty="0"/>
              <a:t> </a:t>
            </a:r>
          </a:p>
          <a:p>
            <a:r>
              <a:rPr lang="en-US" dirty="0"/>
              <a:t>configure FRR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</a:p>
          <a:p>
            <a:pPr lvl="1"/>
            <a:r>
              <a:rPr lang="en-US" dirty="0"/>
              <a:t>start the correct iBGP </a:t>
            </a:r>
            <a:r>
              <a:rPr lang="en-US" dirty="0" err="1"/>
              <a:t>peerings</a:t>
            </a:r>
            <a:r>
              <a:rPr lang="en-US" dirty="0"/>
              <a:t> (with AS30 or AS70)</a:t>
            </a:r>
          </a:p>
          <a:p>
            <a:pPr lvl="1"/>
            <a:r>
              <a:rPr lang="en-US" dirty="0"/>
              <a:t>announce the anycast IP prefix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8.8.8.0/24</a:t>
            </a:r>
            <a:r>
              <a:rPr lang="en-US" dirty="0"/>
              <a:t>)</a:t>
            </a:r>
          </a:p>
          <a:p>
            <a:r>
              <a:rPr lang="en-US" dirty="0"/>
              <a:t>write and start the health-check script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4192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44BF-8585-0877-B715-99E09D37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77ED-E402-6442-27CA-560F2046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5C78CC-706D-301B-CF41-96159F6E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5483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1422-43A8-36A4-51E9-768CF49C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43CA-7C0C-C868-2F72-368CB2E0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verifying routing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DED0728-B503-294B-6471-FDD8677C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verify if the routing is correctly configured</a:t>
            </a:r>
          </a:p>
          <a:p>
            <a:r>
              <a:rPr lang="en-GB" dirty="0"/>
              <a:t>verify that each router in the lab has the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8.8.8.0/24</a:t>
            </a:r>
            <a:r>
              <a:rPr lang="en-GB" dirty="0"/>
              <a:t> installed in the routing table </a:t>
            </a:r>
          </a:p>
          <a:p>
            <a:pPr lvl="1"/>
            <a:r>
              <a:rPr lang="en-GB" dirty="0"/>
              <a:t>you can check the routing table using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route</a:t>
            </a:r>
            <a:endParaRPr lang="en-GB" b="1" dirty="0"/>
          </a:p>
          <a:p>
            <a:r>
              <a:rPr lang="en-GB" dirty="0"/>
              <a:t>verify that the next-hop of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8.8.8.0/24</a:t>
            </a:r>
            <a:r>
              <a:rPr lang="en-GB" dirty="0"/>
              <a:t> in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as20r1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as1madrid</a:t>
            </a:r>
            <a:r>
              <a:rPr lang="en-GB" dirty="0"/>
              <a:t> is the nearest AS announcing the anycast IP prefix</a:t>
            </a:r>
          </a:p>
          <a:p>
            <a:pPr lvl="1"/>
            <a:r>
              <a:rPr lang="en-GB" dirty="0"/>
              <a:t>the next-hop IP is specified after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via</a:t>
            </a:r>
            <a:r>
              <a:rPr lang="en-GB" dirty="0"/>
              <a:t> keyword</a:t>
            </a:r>
          </a:p>
        </p:txBody>
      </p:sp>
    </p:spTree>
    <p:extLst>
      <p:ext uri="{BB962C8B-B14F-4D97-AF65-F5344CB8AC3E}">
        <p14:creationId xmlns:p14="http://schemas.microsoft.com/office/powerpoint/2010/main" val="7703474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8CB0-9D6B-878C-8C87-BA2CD296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E435-B4A6-8A88-02BB-C4FAF82C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verifying anycast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E56D655-FB90-CC63-48E5-6BF636FE6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after checking that the routing is correctly configured, let’s verify if clients are accessing the right DNS replica</a:t>
            </a:r>
          </a:p>
          <a:p>
            <a:r>
              <a:rPr lang="en-GB" dirty="0"/>
              <a:t>focus on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GB" dirty="0"/>
              <a:t> and run:</a:t>
            </a:r>
            <a:endParaRPr lang="en-GB" sz="2400" dirty="0"/>
          </a:p>
          <a:p>
            <a:pPr marL="57151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traceroute 8.8.8.8</a:t>
            </a:r>
          </a:p>
          <a:p>
            <a:r>
              <a:rPr lang="en-GB" dirty="0"/>
              <a:t>it prints out the path taken to reach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8.8.8.8</a:t>
            </a:r>
          </a:p>
          <a:p>
            <a:r>
              <a:rPr lang="en-GB" dirty="0"/>
              <a:t>is the nearest DNS replica contacted?</a:t>
            </a:r>
          </a:p>
          <a:p>
            <a:r>
              <a:rPr lang="en-GB" dirty="0"/>
              <a:t>repeat the same command on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c3</a:t>
            </a:r>
          </a:p>
          <a:p>
            <a:pPr marL="457212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0704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7762-AD22-B356-327A-EC886B60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AA-0E79-C639-87B6-4899150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querying the DNS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8B1F648-CC78-8B80-991B-A2DA2D27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verify if BIND is configured correctly</a:t>
            </a:r>
          </a:p>
          <a:p>
            <a:r>
              <a:rPr lang="en-GB" dirty="0"/>
              <a:t>focus on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GB" dirty="0"/>
              <a:t> and run:</a:t>
            </a:r>
            <a:endParaRPr lang="en-GB" sz="2400" dirty="0"/>
          </a:p>
          <a:p>
            <a:pPr marL="57151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dig +trace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google.com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it prints out the sequence of DNS lookups performed to resolve the domain name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</a:t>
            </a:r>
            <a:r>
              <a:rPr lang="en-GB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google.com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.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record in the output?</a:t>
            </a:r>
          </a:p>
          <a:p>
            <a:r>
              <a:rPr lang="en-GB" dirty="0"/>
              <a:t>repeat the same command on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c3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12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0441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34C67-90CA-BCED-7DE2-F7F50827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DB214-8DE3-A482-7199-92784BA6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check routing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2DFAD456-AB90-E139-1919-E14A26180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anycast relies on BGP to ensure fault tolerance</a:t>
            </a:r>
          </a:p>
          <a:p>
            <a:r>
              <a:rPr lang="en-GB" dirty="0"/>
              <a:t>let’s verify that, if a path towards a replica has outages, clients are still able to access the DNS using the second reachable replica</a:t>
            </a:r>
          </a:p>
          <a:p>
            <a:r>
              <a:rPr lang="en-GB" dirty="0"/>
              <a:t>e.g., assume an outage between Madrid and AS70</a:t>
            </a:r>
          </a:p>
          <a:p>
            <a:pPr lvl="1"/>
            <a:r>
              <a:rPr lang="en-GB" dirty="0"/>
              <a:t>this will force the Stockholm’s client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GB" dirty="0"/>
              <a:t> to rely on the Rome DNS replica </a:t>
            </a:r>
          </a:p>
        </p:txBody>
      </p:sp>
    </p:spTree>
    <p:extLst>
      <p:ext uri="{BB962C8B-B14F-4D97-AF65-F5344CB8AC3E}">
        <p14:creationId xmlns:p14="http://schemas.microsoft.com/office/powerpoint/2010/main" val="3881220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5782-1908-DA13-61EF-922C9231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4D38-5601-157B-5141-3C669615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check routing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E32B290-5F4F-996F-A081-16BE9547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e.g., assume an outage between Madrid and AS70</a:t>
            </a:r>
          </a:p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as1madrid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link set dev eth0 down"</a:t>
            </a:r>
            <a:endParaRPr lang="en-GB" sz="2800" dirty="0"/>
          </a:p>
          <a:p>
            <a:pPr lvl="1"/>
            <a:r>
              <a:rPr lang="en-GB" dirty="0"/>
              <a:t>the command will administratively put the interface down</a:t>
            </a:r>
          </a:p>
          <a:p>
            <a:r>
              <a:rPr lang="en-GB" dirty="0"/>
              <a:t>now check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as1stockholm</a:t>
            </a:r>
            <a:r>
              <a:rPr lang="en-GB" dirty="0"/>
              <a:t> routing table, can you identify which DNS replica it is using?</a:t>
            </a:r>
          </a:p>
          <a:p>
            <a:pPr lvl="1"/>
            <a:r>
              <a:rPr lang="en-GB" dirty="0"/>
              <a:t>it can take some time to propagate BGP announcements</a:t>
            </a:r>
          </a:p>
          <a:p>
            <a:r>
              <a:rPr lang="en-GB" dirty="0"/>
              <a:t>from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GB" dirty="0"/>
              <a:t>, try to traceroute towards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8.8.8.8</a:t>
            </a:r>
            <a:r>
              <a:rPr lang="en-GB" dirty="0"/>
              <a:t>, what is the path taken by the request?</a:t>
            </a:r>
          </a:p>
        </p:txBody>
      </p:sp>
    </p:spTree>
    <p:extLst>
      <p:ext uri="{BB962C8B-B14F-4D97-AF65-F5344CB8AC3E}">
        <p14:creationId xmlns:p14="http://schemas.microsoft.com/office/powerpoint/2010/main" val="2441167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E2C99-8AD1-11CB-3ACB-586009E9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4269-9BD9-2DD5-FE24-CF932380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check routing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6DC2963-259A-1B5D-51E8-3888FCBF7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the outage between Madrid and AS70 is solved</a:t>
            </a:r>
          </a:p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as1madrid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link set dev eth0 up"</a:t>
            </a:r>
            <a:endParaRPr lang="en-GB" sz="2800" dirty="0"/>
          </a:p>
          <a:p>
            <a:pPr lvl="1"/>
            <a:r>
              <a:rPr lang="en-GB" dirty="0"/>
              <a:t>the command will administratively put the interface up</a:t>
            </a:r>
          </a:p>
          <a:p>
            <a:r>
              <a:rPr lang="en-GB" dirty="0"/>
              <a:t>now check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as1stockholm</a:t>
            </a:r>
            <a:r>
              <a:rPr lang="en-GB" dirty="0"/>
              <a:t> routing table, can you tell if the used DNS replica changed again?</a:t>
            </a:r>
          </a:p>
          <a:p>
            <a:pPr lvl="1"/>
            <a:r>
              <a:rPr lang="en-GB" dirty="0"/>
              <a:t>it can take some time to propagate BGP announcements</a:t>
            </a:r>
          </a:p>
        </p:txBody>
      </p:sp>
    </p:spTree>
    <p:extLst>
      <p:ext uri="{BB962C8B-B14F-4D97-AF65-F5344CB8AC3E}">
        <p14:creationId xmlns:p14="http://schemas.microsoft.com/office/powerpoint/2010/main" val="4922544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ACD4-593C-4E7D-A897-8B1577BC7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F28A-1D40-0293-DDD4-93E49E75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6: check DNS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64E4E0C-A546-3EE9-F7D3-8CD59B85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the health-check script allows us to verify the application status (in this case, the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named</a:t>
            </a:r>
            <a:r>
              <a:rPr lang="en-GB" dirty="0"/>
              <a:t> daemon) and reroute requests to another healthy replica in case of failures</a:t>
            </a:r>
          </a:p>
          <a:p>
            <a:r>
              <a:rPr lang="en-GB" dirty="0"/>
              <a:t>e.g., suppose that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GB" dirty="0"/>
              <a:t> goes down</a:t>
            </a:r>
          </a:p>
          <a:p>
            <a:pPr lvl="1"/>
            <a:r>
              <a:rPr lang="en-GB" dirty="0"/>
              <a:t>this will force the Rome’s client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GB" dirty="0"/>
              <a:t> to rely on the Madrid DNS replica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1510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BDCB-B31E-37F9-C4AF-FC6563A7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BDCA-6EAC-F05E-3926-74F01D72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6: check DNS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C5D7DEF-06D5-E545-8BC2-CE116741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e.g., suppose that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GB" dirty="0"/>
              <a:t> goes down</a:t>
            </a:r>
          </a:p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dns1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stop bind"</a:t>
            </a:r>
            <a:endParaRPr lang="en-GB" sz="2800" dirty="0"/>
          </a:p>
          <a:p>
            <a:pPr lvl="1"/>
            <a:r>
              <a:rPr lang="en-GB" dirty="0"/>
              <a:t>the command will stop the BIND daemons</a:t>
            </a:r>
          </a:p>
          <a:p>
            <a:r>
              <a:rPr lang="en-GB" dirty="0"/>
              <a:t>now check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as20r1</a:t>
            </a:r>
            <a:r>
              <a:rPr lang="en-GB" dirty="0"/>
              <a:t> routing table, can you identify which DNS replica is it using?</a:t>
            </a:r>
          </a:p>
          <a:p>
            <a:pPr lvl="1"/>
            <a:r>
              <a:rPr lang="en-GB" dirty="0"/>
              <a:t>it can take some time to propagate BGP announcements</a:t>
            </a:r>
          </a:p>
          <a:p>
            <a:r>
              <a:rPr lang="en-GB" dirty="0"/>
              <a:t>from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GB" dirty="0"/>
              <a:t>, try to traceroute towards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8.8.8.8</a:t>
            </a:r>
            <a:r>
              <a:rPr lang="en-GB" dirty="0"/>
              <a:t>, what is the path taken by the request?</a:t>
            </a:r>
          </a:p>
        </p:txBody>
      </p:sp>
    </p:spTree>
    <p:extLst>
      <p:ext uri="{BB962C8B-B14F-4D97-AF65-F5344CB8AC3E}">
        <p14:creationId xmlns:p14="http://schemas.microsoft.com/office/powerpoint/2010/main" val="9556748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E36C-D8E9-361E-2593-95DB29B5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7736-3C23-DD4E-6F28-A9D1CC7D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6: check DNS fault tolerance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43C41650-45D9-536C-30A0-1332F7B38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after some time,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dns1</a:t>
            </a:r>
            <a:r>
              <a:rPr lang="en-GB" dirty="0"/>
              <a:t> is restored</a:t>
            </a:r>
          </a:p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dns1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start bind"</a:t>
            </a:r>
            <a:endParaRPr lang="en-GB" sz="2800" dirty="0"/>
          </a:p>
          <a:p>
            <a:pPr lvl="1"/>
            <a:r>
              <a:rPr lang="en-GB" dirty="0"/>
              <a:t>the command will start the BIND daemons</a:t>
            </a:r>
          </a:p>
          <a:p>
            <a:r>
              <a:rPr lang="en-GB" dirty="0"/>
              <a:t>now check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as20r1</a:t>
            </a:r>
            <a:r>
              <a:rPr lang="en-GB" dirty="0"/>
              <a:t> routing table, can you tell if the used DNS replica changed again?</a:t>
            </a:r>
          </a:p>
          <a:p>
            <a:pPr lvl="1"/>
            <a:r>
              <a:rPr lang="en-GB" dirty="0"/>
              <a:t>it can take some time to propagate BGP announcements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3194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3BCDA-3F8F-A018-2629-30404CFC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8E31-B8E7-05DF-437F-CCE8E377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7: </a:t>
            </a:r>
            <a:r>
              <a:rPr lang="en-GB" sz="4000" dirty="0" err="1"/>
              <a:t>anycast+TCP</a:t>
            </a:r>
            <a:r>
              <a:rPr lang="en-GB" sz="4000" dirty="0"/>
              <a:t>=connection break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FC24D64-3973-FFD5-D935-CE816A173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as we mentioned, anycast can be used with both TCP and UDP, however, when using TCP, </a:t>
            </a:r>
            <a:r>
              <a:rPr lang="en-US" dirty="0"/>
              <a:t>path changes during a session might disrupt the connection</a:t>
            </a:r>
          </a:p>
          <a:p>
            <a:r>
              <a:rPr lang="en-US" dirty="0"/>
              <a:t>to test so, let’s simulate a TCP connection between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/>
              <a:t> using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iperf3</a:t>
            </a:r>
            <a:r>
              <a:rPr lang="en-US" dirty="0"/>
              <a:t> suite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GB" dirty="0"/>
              <a:t> will act as a server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GB" dirty="0"/>
              <a:t> will act as a client</a:t>
            </a:r>
          </a:p>
        </p:txBody>
      </p:sp>
    </p:spTree>
    <p:extLst>
      <p:ext uri="{BB962C8B-B14F-4D97-AF65-F5344CB8AC3E}">
        <p14:creationId xmlns:p14="http://schemas.microsoft.com/office/powerpoint/2010/main" val="25019723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8DDD-A423-51AC-75E6-0E413CC2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32B0-F0EE-6BA2-10B0-EC7708C1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7: </a:t>
            </a:r>
            <a:r>
              <a:rPr lang="en-GB" sz="4000" dirty="0" err="1"/>
              <a:t>anycast+TCP</a:t>
            </a:r>
            <a:r>
              <a:rPr lang="en-GB" sz="4000" dirty="0"/>
              <a:t>=connection break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7329483-DEAB-9125-4190-84A4E861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US" dirty="0"/>
              <a:t>let’s simulate a TCP connection between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/>
              <a:t> using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iperf3</a:t>
            </a:r>
            <a:r>
              <a:rPr lang="en-US" dirty="0"/>
              <a:t> suite</a:t>
            </a:r>
          </a:p>
          <a:p>
            <a:r>
              <a:rPr lang="en-US" dirty="0"/>
              <a:t>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dns2</a:t>
            </a:r>
            <a:r>
              <a:rPr lang="en-US" dirty="0"/>
              <a:t>, run:</a:t>
            </a:r>
          </a:p>
          <a:p>
            <a:pPr marL="0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iperf3 -s</a:t>
            </a:r>
          </a:p>
          <a:p>
            <a:pPr marL="0" indent="0" algn="ctr">
              <a:buNone/>
            </a:pP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US" dirty="0"/>
              <a:t>, run:</a:t>
            </a:r>
          </a:p>
          <a:p>
            <a:pPr marL="0" indent="0" algn="ctr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iperf3 -c 8.8.8.8 -t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AE172-35F6-C31D-9677-7021DB6E5FC1}"/>
              </a:ext>
            </a:extLst>
          </p:cNvPr>
          <p:cNvSpPr txBox="1"/>
          <p:nvPr/>
        </p:nvSpPr>
        <p:spPr>
          <a:xfrm>
            <a:off x="6067796" y="4009586"/>
            <a:ext cx="16642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 mode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4BC6F967-320A-3D25-07AE-88023B94EBF8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6899905" y="3611388"/>
            <a:ext cx="1" cy="398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369E38C-791F-4DF5-A753-E746CC70622B}"/>
              </a:ext>
            </a:extLst>
          </p:cNvPr>
          <p:cNvSpPr/>
          <p:nvPr/>
        </p:nvSpPr>
        <p:spPr>
          <a:xfrm>
            <a:off x="6554059" y="3075847"/>
            <a:ext cx="691693" cy="5355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AA3FB-51BC-206E-97F4-3CC7863E8B08}"/>
              </a:ext>
            </a:extLst>
          </p:cNvPr>
          <p:cNvSpPr txBox="1"/>
          <p:nvPr/>
        </p:nvSpPr>
        <p:spPr>
          <a:xfrm>
            <a:off x="4641991" y="5719287"/>
            <a:ext cx="28352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mode; specifies the IP of the server</a:t>
            </a:r>
          </a:p>
        </p:txBody>
      </p:sp>
      <p:cxnSp>
        <p:nvCxnSpPr>
          <p:cNvPr id="15" name="Straight Arrow Connector 8">
            <a:extLst>
              <a:ext uri="{FF2B5EF4-FFF2-40B4-BE49-F238E27FC236}">
                <a16:creationId xmlns:a16="http://schemas.microsoft.com/office/drawing/2014/main" id="{03283497-D7F2-43C7-2222-103CF621D98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V="1">
            <a:off x="6059619" y="5393362"/>
            <a:ext cx="250942" cy="325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F7D2D3B-1AE0-D3FE-A325-6236B7CF0678}"/>
              </a:ext>
            </a:extLst>
          </p:cNvPr>
          <p:cNvSpPr/>
          <p:nvPr/>
        </p:nvSpPr>
        <p:spPr>
          <a:xfrm>
            <a:off x="5143876" y="4857821"/>
            <a:ext cx="2333370" cy="5355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FF71A8-B5FF-A47C-D2CD-77709D3B7FF2}"/>
              </a:ext>
            </a:extLst>
          </p:cNvPr>
          <p:cNvSpPr txBox="1"/>
          <p:nvPr/>
        </p:nvSpPr>
        <p:spPr>
          <a:xfrm>
            <a:off x="7728190" y="5719286"/>
            <a:ext cx="19366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indefinitely</a:t>
            </a:r>
          </a:p>
        </p:txBody>
      </p:sp>
      <p:cxnSp>
        <p:nvCxnSpPr>
          <p:cNvPr id="21" name="Straight Arrow Connector 8">
            <a:extLst>
              <a:ext uri="{FF2B5EF4-FFF2-40B4-BE49-F238E27FC236}">
                <a16:creationId xmlns:a16="http://schemas.microsoft.com/office/drawing/2014/main" id="{0EE70424-87AA-3ED2-5269-EEFD215A7135}"/>
              </a:ext>
            </a:extLst>
          </p:cNvPr>
          <p:cNvCxnSpPr>
            <a:cxnSpLocks/>
            <a:stCxn id="20" idx="0"/>
            <a:endCxn id="22" idx="2"/>
          </p:cNvCxnSpPr>
          <p:nvPr/>
        </p:nvCxnSpPr>
        <p:spPr>
          <a:xfrm flipH="1" flipV="1">
            <a:off x="8140325" y="5393362"/>
            <a:ext cx="556201" cy="32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987C9-93C3-8A80-7D1B-1282F1A81D0E}"/>
              </a:ext>
            </a:extLst>
          </p:cNvPr>
          <p:cNvSpPr/>
          <p:nvPr/>
        </p:nvSpPr>
        <p:spPr>
          <a:xfrm>
            <a:off x="7611212" y="4857821"/>
            <a:ext cx="1058226" cy="5355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4" grpId="0" animBg="1"/>
      <p:bldP spid="16" grpId="0" animBg="1"/>
      <p:bldP spid="20" grpId="0" animBg="1"/>
      <p:bldP spid="2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EDAF-22A5-94F4-AE49-887F9483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17EC-9590-54E8-E731-1CFE0181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task 7: </a:t>
            </a:r>
            <a:r>
              <a:rPr lang="en-GB" sz="4000" dirty="0" err="1"/>
              <a:t>anycast+TCP</a:t>
            </a:r>
            <a:r>
              <a:rPr lang="en-GB" sz="4000" dirty="0"/>
              <a:t>=connection break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33CCD18B-8A6A-5A30-8078-880ED70B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iperf3</a:t>
            </a:r>
            <a:r>
              <a:rPr lang="en-US" dirty="0"/>
              <a:t> is running, let’s break again the connection between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as1madrid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as70r1</a:t>
            </a:r>
          </a:p>
          <a:p>
            <a:r>
              <a:rPr lang="en-GB" dirty="0"/>
              <a:t>on the lab terminal, run:</a:t>
            </a:r>
            <a:endParaRPr lang="en-US" dirty="0"/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as1madrid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link set dev eth0 down"</a:t>
            </a:r>
            <a:endParaRPr lang="en-GB" sz="2800" dirty="0"/>
          </a:p>
          <a:p>
            <a:r>
              <a:rPr lang="en-GB" dirty="0"/>
              <a:t>what happened to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iperf3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terminals?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63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AD-7AFA-D51E-B88F-9CCCB6A3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9040-1F0B-A446-4435-28D82FC7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899B9F9-570E-7981-C334-C80F11DE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3420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Kathara Template.potx" id="{67086D06-3C1B-4740-8490-890E3B31593B}" vid="{4E3C4B13-5F46-4568-B1F8-FF7AEBCEBC5E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</Template>
  <TotalTime>13831</TotalTime>
  <Words>4824</Words>
  <Application>Microsoft Macintosh PowerPoint</Application>
  <PresentationFormat>Widescreen</PresentationFormat>
  <Paragraphs>1192</Paragraphs>
  <Slides>63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Arial Black</vt:lpstr>
      <vt:lpstr>Consolas</vt:lpstr>
      <vt:lpstr>Courier New</vt:lpstr>
      <vt:lpstr>Tahoma</vt:lpstr>
      <vt:lpstr>Wingdings</vt:lpstr>
      <vt:lpstr>slides-template</vt:lpstr>
      <vt:lpstr>1_slides-template</vt:lpstr>
      <vt:lpstr>IK2227 – Lab 5: Anycast &amp; DNS</vt:lpstr>
      <vt:lpstr>services nowadays</vt:lpstr>
      <vt:lpstr>distributed web services</vt:lpstr>
      <vt:lpstr>requirements</vt:lpstr>
      <vt:lpstr>type of IP addresses</vt:lpstr>
      <vt:lpstr>anycast IP and distributed services</vt:lpstr>
      <vt:lpstr>example of anycast</vt:lpstr>
      <vt:lpstr>example of anycast</vt:lpstr>
      <vt:lpstr>example of anycast</vt:lpstr>
      <vt:lpstr>example of anycast</vt:lpstr>
      <vt:lpstr>example of anycast</vt:lpstr>
      <vt:lpstr>anycast applications</vt:lpstr>
      <vt:lpstr>DNS and anycast</vt:lpstr>
      <vt:lpstr>example of anycast DNS</vt:lpstr>
      <vt:lpstr>anycast BGP configuration</vt:lpstr>
      <vt:lpstr>anycast BGP configuration</vt:lpstr>
      <vt:lpstr>DNS configuration</vt:lpstr>
      <vt:lpstr>exploring DNS configuration</vt:lpstr>
      <vt:lpstr>format of a resource record</vt:lpstr>
      <vt:lpstr>DNS configuration</vt:lpstr>
      <vt:lpstr>exploring DNS configuration</vt:lpstr>
      <vt:lpstr>exploring DNS configuration</vt:lpstr>
      <vt:lpstr>exploring DNS configuration</vt:lpstr>
      <vt:lpstr>exploring DNS configuration</vt:lpstr>
      <vt:lpstr>exploring DNS configuration</vt:lpstr>
      <vt:lpstr>exploring DNS configuration</vt:lpstr>
      <vt:lpstr>exploring DNS configuration</vt:lpstr>
      <vt:lpstr>exploring DNS configuration</vt:lpstr>
      <vt:lpstr>client DNS configuration</vt:lpstr>
      <vt:lpstr>detecting DNS failures</vt:lpstr>
      <vt:lpstr>detecting DNS failures</vt:lpstr>
      <vt:lpstr>detecting DNS failures</vt:lpstr>
      <vt:lpstr>detecting DNS failures</vt:lpstr>
      <vt:lpstr>detecting DNS failures</vt:lpstr>
      <vt:lpstr>detecting DNS failures</vt:lpstr>
      <vt:lpstr>detecting DNS failures</vt:lpstr>
      <vt:lpstr>detecting DNS failures</vt:lpstr>
      <vt:lpstr>detecting DNS failures</vt:lpstr>
      <vt:lpstr>BGP on DNS configuration</vt:lpstr>
      <vt:lpstr>iBGP configuration</vt:lpstr>
      <vt:lpstr>DNS health-check script</vt:lpstr>
      <vt:lpstr>DNS healthcheck script</vt:lpstr>
      <vt:lpstr>DNS healthcheck script</vt:lpstr>
      <vt:lpstr>lab deep dive</vt:lpstr>
      <vt:lpstr>lab topology</vt:lpstr>
      <vt:lpstr>lab topology</vt:lpstr>
      <vt:lpstr>goal of the lab</vt:lpstr>
      <vt:lpstr>task 1: complete the topology</vt:lpstr>
      <vt:lpstr>task 1: complete the topology</vt:lpstr>
      <vt:lpstr>start the lab</vt:lpstr>
      <vt:lpstr>task 2: verifying routing</vt:lpstr>
      <vt:lpstr>task 3: verifying anycast</vt:lpstr>
      <vt:lpstr>task 4: querying the DNS</vt:lpstr>
      <vt:lpstr>task 5: check routing fault tolerance</vt:lpstr>
      <vt:lpstr>task 5: check routing fault tolerance</vt:lpstr>
      <vt:lpstr>task 5: check routing fault tolerance</vt:lpstr>
      <vt:lpstr>task 6: check DNS fault tolerance</vt:lpstr>
      <vt:lpstr>task 6: check DNS fault tolerance</vt:lpstr>
      <vt:lpstr>task 6: check DNS fault tolerance</vt:lpstr>
      <vt:lpstr>task 7: anycast+TCP=connection break</vt:lpstr>
      <vt:lpstr>task 7: anycast+TCP=connection break</vt:lpstr>
      <vt:lpstr>task 7: anycast+TCP=connection break</vt:lpstr>
      <vt:lpstr>stop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</dc:creator>
  <cp:lastModifiedBy>Mariano Scazzariello</cp:lastModifiedBy>
  <cp:revision>174</cp:revision>
  <cp:lastPrinted>2022-12-21T17:46:04Z</cp:lastPrinted>
  <dcterms:created xsi:type="dcterms:W3CDTF">1601-01-01T00:00:00Z</dcterms:created>
  <dcterms:modified xsi:type="dcterms:W3CDTF">2025-02-28T15:50:34Z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680afd86-dcf7-4483-b9eb-5af1dcd104e1_Enabled">
    <vt:lpwstr>true</vt:lpwstr>
  </property>
  <property fmtid="{D5CDD505-2E9C-101B-9397-08002B2CF9AE}" pid="4" name="MSIP_Label_680afd86-dcf7-4483-b9eb-5af1dcd104e1_SetDate">
    <vt:lpwstr>2025-02-03T09:09:09Z</vt:lpwstr>
  </property>
  <property fmtid="{D5CDD505-2E9C-101B-9397-08002B2CF9AE}" pid="5" name="MSIP_Label_680afd86-dcf7-4483-b9eb-5af1dcd104e1_Method">
    <vt:lpwstr>Standard</vt:lpwstr>
  </property>
  <property fmtid="{D5CDD505-2E9C-101B-9397-08002B2CF9AE}" pid="6" name="MSIP_Label_680afd86-dcf7-4483-b9eb-5af1dcd104e1_Name">
    <vt:lpwstr>K2 Intern</vt:lpwstr>
  </property>
  <property fmtid="{D5CDD505-2E9C-101B-9397-08002B2CF9AE}" pid="7" name="MSIP_Label_680afd86-dcf7-4483-b9eb-5af1dcd104e1_SiteId">
    <vt:lpwstr>5a9809cf-0bcb-413a-838a-09ecc40cc9e8</vt:lpwstr>
  </property>
  <property fmtid="{D5CDD505-2E9C-101B-9397-08002B2CF9AE}" pid="8" name="MSIP_Label_680afd86-dcf7-4483-b9eb-5af1dcd104e1_ActionId">
    <vt:lpwstr>4d0b69d4-1706-4eb2-bde5-34bf0753f193</vt:lpwstr>
  </property>
  <property fmtid="{D5CDD505-2E9C-101B-9397-08002B2CF9AE}" pid="9" name="MSIP_Label_680afd86-dcf7-4483-b9eb-5af1dcd104e1_ContentBits">
    <vt:lpwstr>0</vt:lpwstr>
  </property>
</Properties>
</file>